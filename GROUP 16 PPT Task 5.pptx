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37" r:id="rId1"/>
  </p:sldMasterIdLst>
  <p:notesMasterIdLst>
    <p:notesMasterId r:id="rId18"/>
  </p:notesMasterIdLst>
  <p:sldIdLst>
    <p:sldId id="256" r:id="rId2"/>
    <p:sldId id="272" r:id="rId3"/>
    <p:sldId id="262" r:id="rId4"/>
    <p:sldId id="260" r:id="rId5"/>
    <p:sldId id="261" r:id="rId6"/>
    <p:sldId id="344" r:id="rId7"/>
    <p:sldId id="345" r:id="rId8"/>
    <p:sldId id="348" r:id="rId9"/>
    <p:sldId id="346" r:id="rId10"/>
    <p:sldId id="350" r:id="rId11"/>
    <p:sldId id="351" r:id="rId12"/>
    <p:sldId id="349" r:id="rId13"/>
    <p:sldId id="352" r:id="rId14"/>
    <p:sldId id="353" r:id="rId15"/>
    <p:sldId id="266" r:id="rId16"/>
    <p:sldId id="267" r:id="rId17"/>
  </p:sldIdLst>
  <p:sldSz cx="9144000" cy="5143500" type="screen16x9"/>
  <p:notesSz cx="6858000" cy="9144000"/>
  <p:embeddedFontLst>
    <p:embeddedFont>
      <p:font typeface="Fira Sans Extra Condensed Medium" panose="020B0604020202020204" charset="0"/>
      <p:regular r:id="rId19"/>
      <p:bold r:id="rId20"/>
      <p:italic r:id="rId21"/>
      <p:boldItalic r:id="rId22"/>
    </p:embeddedFont>
    <p:embeddedFont>
      <p:font typeface="Montserrat ExtraBold" panose="020B0604020202020204" charset="0"/>
      <p:bold r:id="rId23"/>
      <p:boldItalic r:id="rId24"/>
    </p:embeddedFont>
    <p:embeddedFont>
      <p:font typeface="Roboto Condensed Light" panose="020B0604020202020204" charset="0"/>
      <p:regular r:id="rId25"/>
      <p:bold r:id="rId26"/>
      <p:italic r:id="rId27"/>
      <p:boldItalic r:id="rId28"/>
    </p:embeddedFont>
    <p:embeddedFont>
      <p:font typeface="Squada One" panose="020B0604020202020204" charset="0"/>
      <p:regular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C22F8E2-C746-4BA1-8939-02A117464219}">
  <a:tblStyle styleId="{CC22F8E2-C746-4BA1-8939-02A11746421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780" y="4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95028786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3" name="Google Shape;76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g9e8edfaca3_0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8" name="Google Shape;928;g9e8edfaca3_0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1"/>
        <p:cNvGrpSpPr/>
        <p:nvPr/>
      </p:nvGrpSpPr>
      <p:grpSpPr>
        <a:xfrm>
          <a:off x="0" y="0"/>
          <a:ext cx="0" cy="0"/>
          <a:chOff x="0" y="0"/>
          <a:chExt cx="0" cy="0"/>
        </a:xfrm>
      </p:grpSpPr>
      <p:sp>
        <p:nvSpPr>
          <p:cNvPr id="822" name="Google Shape;822;ga39e485748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3" name="Google Shape;823;ga39e485748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ga39e485748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1" name="Google Shape;811;ga39e48574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9d319948b2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7" name="Google Shape;817;g9d319948b2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9d319948b2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7" name="Google Shape;817;g9d319948b2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72588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9d319948b2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7" name="Google Shape;817;g9d319948b2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09190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9d319948b2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7" name="Google Shape;817;g9d319948b2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917228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9d319948b2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7" name="Google Shape;817;g9d319948b2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234584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9d319948b2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7" name="Google Shape;817;g9d319948b2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57830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9d319948b2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7" name="Google Shape;817;g9d319948b2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869719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9d319948b2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7" name="Google Shape;817;g9d319948b2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234584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9d319948b2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7" name="Google Shape;817;g9d319948b2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275708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9d319948b2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7" name="Google Shape;817;g9d319948b2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09567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7"/>
        <p:cNvGrpSpPr/>
        <p:nvPr/>
      </p:nvGrpSpPr>
      <p:grpSpPr>
        <a:xfrm>
          <a:off x="0" y="0"/>
          <a:ext cx="0" cy="0"/>
          <a:chOff x="0" y="0"/>
          <a:chExt cx="0" cy="0"/>
        </a:xfrm>
      </p:grpSpPr>
      <p:sp>
        <p:nvSpPr>
          <p:cNvPr id="848" name="Google Shape;848;ga39e485748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9" name="Google Shape;849;ga39e48574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ga39e485748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5" name="Google Shape;855;ga39e485748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chemeClr val="accent1"/>
            </a:gs>
            <a:gs pos="100000">
              <a:schemeClr val="accent2"/>
            </a:gs>
          </a:gsLst>
          <a:lin ang="5400012" scaled="0"/>
        </a:gra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1" name="Google Shape;11;p2"/>
          <p:cNvSpPr txBox="1"/>
          <p:nvPr/>
        </p:nvSpPr>
        <p:spPr>
          <a:xfrm flipH="1">
            <a:off x="1375550" y="3092475"/>
            <a:ext cx="6393000" cy="6705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endParaRPr sz="6000">
              <a:solidFill>
                <a:srgbClr val="FFFFFF"/>
              </a:solidFill>
              <a:latin typeface="Squada One"/>
              <a:ea typeface="Squada One"/>
              <a:cs typeface="Squada One"/>
              <a:sym typeface="Squada One"/>
            </a:endParaRPr>
          </a:p>
        </p:txBody>
      </p:sp>
      <p:pic>
        <p:nvPicPr>
          <p:cNvPr id="12" name="Google Shape;12;p2"/>
          <p:cNvPicPr preferRelativeResize="0"/>
          <p:nvPr/>
        </p:nvPicPr>
        <p:blipFill>
          <a:blip r:embed="rId2">
            <a:alphaModFix/>
          </a:blip>
          <a:stretch>
            <a:fillRect/>
          </a:stretch>
        </p:blipFill>
        <p:spPr>
          <a:xfrm>
            <a:off x="63" y="-399756"/>
            <a:ext cx="9144000" cy="4369387"/>
          </a:xfrm>
          <a:prstGeom prst="rect">
            <a:avLst/>
          </a:prstGeom>
          <a:noFill/>
          <a:ln>
            <a:noFill/>
          </a:ln>
        </p:spPr>
      </p:pic>
      <p:sp>
        <p:nvSpPr>
          <p:cNvPr id="13" name="Google Shape;13;p2"/>
          <p:cNvSpPr txBox="1">
            <a:spLocks noGrp="1"/>
          </p:cNvSpPr>
          <p:nvPr>
            <p:ph type="title"/>
          </p:nvPr>
        </p:nvSpPr>
        <p:spPr>
          <a:xfrm>
            <a:off x="457200" y="2932650"/>
            <a:ext cx="8229600" cy="5109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6000"/>
            </a:lvl1pPr>
            <a:lvl2pPr lvl="1">
              <a:spcBef>
                <a:spcPts val="0"/>
              </a:spcBef>
              <a:spcAft>
                <a:spcPts val="0"/>
              </a:spcAft>
              <a:buSzPts val="3000"/>
              <a:buFont typeface="Squada One"/>
              <a:buNone/>
              <a:defRPr sz="3000">
                <a:latin typeface="Squada One"/>
                <a:ea typeface="Squada One"/>
                <a:cs typeface="Squada One"/>
                <a:sym typeface="Squada One"/>
              </a:defRPr>
            </a:lvl2pPr>
            <a:lvl3pPr lvl="2">
              <a:spcBef>
                <a:spcPts val="0"/>
              </a:spcBef>
              <a:spcAft>
                <a:spcPts val="0"/>
              </a:spcAft>
              <a:buSzPts val="3000"/>
              <a:buFont typeface="Squada One"/>
              <a:buNone/>
              <a:defRPr sz="3000">
                <a:latin typeface="Squada One"/>
                <a:ea typeface="Squada One"/>
                <a:cs typeface="Squada One"/>
                <a:sym typeface="Squada One"/>
              </a:defRPr>
            </a:lvl3pPr>
            <a:lvl4pPr lvl="3">
              <a:spcBef>
                <a:spcPts val="0"/>
              </a:spcBef>
              <a:spcAft>
                <a:spcPts val="0"/>
              </a:spcAft>
              <a:buSzPts val="3000"/>
              <a:buFont typeface="Squada One"/>
              <a:buNone/>
              <a:defRPr sz="3000">
                <a:latin typeface="Squada One"/>
                <a:ea typeface="Squada One"/>
                <a:cs typeface="Squada One"/>
                <a:sym typeface="Squada One"/>
              </a:defRPr>
            </a:lvl4pPr>
            <a:lvl5pPr lvl="4">
              <a:spcBef>
                <a:spcPts val="0"/>
              </a:spcBef>
              <a:spcAft>
                <a:spcPts val="0"/>
              </a:spcAft>
              <a:buSzPts val="3000"/>
              <a:buFont typeface="Squada One"/>
              <a:buNone/>
              <a:defRPr sz="3000">
                <a:latin typeface="Squada One"/>
                <a:ea typeface="Squada One"/>
                <a:cs typeface="Squada One"/>
                <a:sym typeface="Squada One"/>
              </a:defRPr>
            </a:lvl5pPr>
            <a:lvl6pPr lvl="5">
              <a:spcBef>
                <a:spcPts val="0"/>
              </a:spcBef>
              <a:spcAft>
                <a:spcPts val="0"/>
              </a:spcAft>
              <a:buSzPts val="3000"/>
              <a:buFont typeface="Squada One"/>
              <a:buNone/>
              <a:defRPr sz="3000">
                <a:latin typeface="Squada One"/>
                <a:ea typeface="Squada One"/>
                <a:cs typeface="Squada One"/>
                <a:sym typeface="Squada One"/>
              </a:defRPr>
            </a:lvl6pPr>
            <a:lvl7pPr lvl="6">
              <a:spcBef>
                <a:spcPts val="0"/>
              </a:spcBef>
              <a:spcAft>
                <a:spcPts val="0"/>
              </a:spcAft>
              <a:buSzPts val="3000"/>
              <a:buFont typeface="Squada One"/>
              <a:buNone/>
              <a:defRPr sz="3000">
                <a:latin typeface="Squada One"/>
                <a:ea typeface="Squada One"/>
                <a:cs typeface="Squada One"/>
                <a:sym typeface="Squada One"/>
              </a:defRPr>
            </a:lvl7pPr>
            <a:lvl8pPr lvl="7">
              <a:spcBef>
                <a:spcPts val="0"/>
              </a:spcBef>
              <a:spcAft>
                <a:spcPts val="0"/>
              </a:spcAft>
              <a:buSzPts val="3000"/>
              <a:buFont typeface="Squada One"/>
              <a:buNone/>
              <a:defRPr sz="3000">
                <a:latin typeface="Squada One"/>
                <a:ea typeface="Squada One"/>
                <a:cs typeface="Squada One"/>
                <a:sym typeface="Squada One"/>
              </a:defRPr>
            </a:lvl8pPr>
            <a:lvl9pPr lvl="8">
              <a:spcBef>
                <a:spcPts val="0"/>
              </a:spcBef>
              <a:spcAft>
                <a:spcPts val="0"/>
              </a:spcAft>
              <a:buSzPts val="3000"/>
              <a:buFont typeface="Squada One"/>
              <a:buNone/>
              <a:defRPr sz="3000">
                <a:latin typeface="Squada One"/>
                <a:ea typeface="Squada One"/>
                <a:cs typeface="Squada One"/>
                <a:sym typeface="Squada One"/>
              </a:defRPr>
            </a:lvl9pPr>
          </a:lstStyle>
          <a:p>
            <a:endParaRPr/>
          </a:p>
        </p:txBody>
      </p:sp>
      <p:sp>
        <p:nvSpPr>
          <p:cNvPr id="14" name="Google Shape;14;p2"/>
          <p:cNvSpPr txBox="1">
            <a:spLocks noGrp="1"/>
          </p:cNvSpPr>
          <p:nvPr>
            <p:ph type="subTitle" idx="1"/>
          </p:nvPr>
        </p:nvSpPr>
        <p:spPr>
          <a:xfrm>
            <a:off x="457275" y="3192525"/>
            <a:ext cx="8229600" cy="4179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7" name="Google Shape;17;p3"/>
          <p:cNvSpPr txBox="1">
            <a:spLocks noGrp="1"/>
          </p:cNvSpPr>
          <p:nvPr>
            <p:ph type="ctrTitle"/>
          </p:nvPr>
        </p:nvSpPr>
        <p:spPr>
          <a:xfrm>
            <a:off x="4297175" y="2355550"/>
            <a:ext cx="4299000" cy="650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8" name="Google Shape;18;p3"/>
          <p:cNvSpPr txBox="1">
            <a:spLocks noGrp="1"/>
          </p:cNvSpPr>
          <p:nvPr>
            <p:ph type="title" idx="2" hasCustomPrompt="1"/>
          </p:nvPr>
        </p:nvSpPr>
        <p:spPr>
          <a:xfrm>
            <a:off x="4297175" y="1317160"/>
            <a:ext cx="4299000" cy="1098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0000"/>
              <a:buNone/>
              <a:defRPr sz="10000"/>
            </a:lvl1pPr>
            <a:lvl2pPr lvl="1"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9" name="Google Shape;19;p3"/>
          <p:cNvSpPr txBox="1">
            <a:spLocks noGrp="1"/>
          </p:cNvSpPr>
          <p:nvPr>
            <p:ph type="subTitle" idx="1"/>
          </p:nvPr>
        </p:nvSpPr>
        <p:spPr>
          <a:xfrm>
            <a:off x="4297175" y="2900355"/>
            <a:ext cx="4299000" cy="36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pic>
        <p:nvPicPr>
          <p:cNvPr id="20" name="Google Shape;20;p3"/>
          <p:cNvPicPr preferRelativeResize="0"/>
          <p:nvPr/>
        </p:nvPicPr>
        <p:blipFill>
          <a:blip r:embed="rId2">
            <a:alphaModFix/>
          </a:blip>
          <a:stretch>
            <a:fillRect/>
          </a:stretch>
        </p:blipFill>
        <p:spPr>
          <a:xfrm>
            <a:off x="16176" y="-501681"/>
            <a:ext cx="3802725" cy="3431200"/>
          </a:xfrm>
          <a:prstGeom prst="rect">
            <a:avLst/>
          </a:prstGeom>
          <a:noFill/>
          <a:ln>
            <a:noFill/>
          </a:ln>
        </p:spPr>
      </p:pic>
      <p:pic>
        <p:nvPicPr>
          <p:cNvPr id="21" name="Google Shape;21;p3"/>
          <p:cNvPicPr preferRelativeResize="0"/>
          <p:nvPr/>
        </p:nvPicPr>
        <p:blipFill>
          <a:blip r:embed="rId2">
            <a:alphaModFix/>
          </a:blip>
          <a:stretch>
            <a:fillRect/>
          </a:stretch>
        </p:blipFill>
        <p:spPr>
          <a:xfrm rot="10800000" flipH="1">
            <a:off x="10" y="2213744"/>
            <a:ext cx="3802725" cy="34312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44" name="Google Shape;44;p7"/>
          <p:cNvPicPr preferRelativeResize="0"/>
          <p:nvPr/>
        </p:nvPicPr>
        <p:blipFill>
          <a:blip r:embed="rId2">
            <a:alphaModFix/>
          </a:blip>
          <a:stretch>
            <a:fillRect/>
          </a:stretch>
        </p:blipFill>
        <p:spPr>
          <a:xfrm>
            <a:off x="0" y="0"/>
            <a:ext cx="2300675" cy="2075900"/>
          </a:xfrm>
          <a:prstGeom prst="rect">
            <a:avLst/>
          </a:prstGeom>
          <a:noFill/>
          <a:ln>
            <a:noFill/>
          </a:ln>
        </p:spPr>
      </p:pic>
      <p:pic>
        <p:nvPicPr>
          <p:cNvPr id="45" name="Google Shape;45;p7"/>
          <p:cNvPicPr preferRelativeResize="0"/>
          <p:nvPr/>
        </p:nvPicPr>
        <p:blipFill>
          <a:blip r:embed="rId2">
            <a:alphaModFix/>
          </a:blip>
          <a:stretch>
            <a:fillRect/>
          </a:stretch>
        </p:blipFill>
        <p:spPr>
          <a:xfrm rot="10800000">
            <a:off x="6843325" y="3067600"/>
            <a:ext cx="2300675" cy="2075900"/>
          </a:xfrm>
          <a:prstGeom prst="rect">
            <a:avLst/>
          </a:prstGeom>
          <a:noFill/>
          <a:ln>
            <a:noFill/>
          </a:ln>
        </p:spPr>
      </p:pic>
      <p:sp>
        <p:nvSpPr>
          <p:cNvPr id="46" name="Google Shape;46;p7"/>
          <p:cNvSpPr txBox="1">
            <a:spLocks noGrp="1"/>
          </p:cNvSpPr>
          <p:nvPr>
            <p:ph type="ctrTitle"/>
          </p:nvPr>
        </p:nvSpPr>
        <p:spPr>
          <a:xfrm flipH="1">
            <a:off x="355600" y="2236500"/>
            <a:ext cx="3956100" cy="6705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FFFFFF"/>
              </a:buClr>
              <a:buSzPts val="3600"/>
              <a:buNone/>
              <a:defRPr sz="36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47" name="Google Shape;47;p7"/>
          <p:cNvSpPr txBox="1">
            <a:spLocks noGrp="1"/>
          </p:cNvSpPr>
          <p:nvPr>
            <p:ph type="subTitle" idx="1"/>
          </p:nvPr>
        </p:nvSpPr>
        <p:spPr>
          <a:xfrm>
            <a:off x="4825200" y="1728900"/>
            <a:ext cx="2490300" cy="168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FFFFFF"/>
              </a:buClr>
              <a:buSzPts val="1200"/>
              <a:buNone/>
              <a:defRPr sz="1400"/>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a:endParaRPr/>
          </a:p>
        </p:txBody>
      </p:sp>
      <p:cxnSp>
        <p:nvCxnSpPr>
          <p:cNvPr id="48" name="Google Shape;48;p7"/>
          <p:cNvCxnSpPr/>
          <p:nvPr/>
        </p:nvCxnSpPr>
        <p:spPr>
          <a:xfrm>
            <a:off x="4572000" y="1228200"/>
            <a:ext cx="0" cy="2687100"/>
          </a:xfrm>
          <a:prstGeom prst="straightConnector1">
            <a:avLst/>
          </a:prstGeom>
          <a:noFill/>
          <a:ln w="19050" cap="flat" cmpd="sng">
            <a:solidFill>
              <a:schemeClr val="lt1"/>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8"/>
        <p:cNvGrpSpPr/>
        <p:nvPr/>
      </p:nvGrpSpPr>
      <p:grpSpPr>
        <a:xfrm>
          <a:off x="0" y="0"/>
          <a:ext cx="0" cy="0"/>
          <a:chOff x="0" y="0"/>
          <a:chExt cx="0" cy="0"/>
        </a:xfrm>
      </p:grpSpPr>
      <p:sp>
        <p:nvSpPr>
          <p:cNvPr id="79" name="Google Shape;7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Quote 1">
  <p:cSld name="CUSTOM_8">
    <p:spTree>
      <p:nvGrpSpPr>
        <p:cNvPr id="1" name="Shape 114"/>
        <p:cNvGrpSpPr/>
        <p:nvPr/>
      </p:nvGrpSpPr>
      <p:grpSpPr>
        <a:xfrm>
          <a:off x="0" y="0"/>
          <a:ext cx="0" cy="0"/>
          <a:chOff x="0" y="0"/>
          <a:chExt cx="0" cy="0"/>
        </a:xfrm>
      </p:grpSpPr>
      <p:sp>
        <p:nvSpPr>
          <p:cNvPr id="115" name="Google Shape;115;p15"/>
          <p:cNvSpPr txBox="1">
            <a:spLocks noGrp="1"/>
          </p:cNvSpPr>
          <p:nvPr>
            <p:ph type="subTitle" idx="1"/>
          </p:nvPr>
        </p:nvSpPr>
        <p:spPr>
          <a:xfrm>
            <a:off x="2722955" y="3329200"/>
            <a:ext cx="3698100" cy="36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Arial"/>
              <a:buChar char="-"/>
              <a:defRPr sz="1600"/>
            </a:lvl1pPr>
            <a:lvl2pPr lvl="1" algn="ctr" rtl="0">
              <a:lnSpc>
                <a:spcPct val="100000"/>
              </a:lnSpc>
              <a:spcBef>
                <a:spcPts val="0"/>
              </a:spcBef>
              <a:spcAft>
                <a:spcPts val="0"/>
              </a:spcAft>
              <a:buClr>
                <a:schemeClr val="dk1"/>
              </a:buClr>
              <a:buSzPts val="1400"/>
              <a:buFont typeface="Arial"/>
              <a:buChar char="-"/>
              <a:defRPr sz="1000"/>
            </a:lvl2pPr>
            <a:lvl3pPr lvl="2" algn="ctr" rtl="0">
              <a:lnSpc>
                <a:spcPct val="100000"/>
              </a:lnSpc>
              <a:spcBef>
                <a:spcPts val="0"/>
              </a:spcBef>
              <a:spcAft>
                <a:spcPts val="0"/>
              </a:spcAft>
              <a:buClr>
                <a:schemeClr val="dk1"/>
              </a:buClr>
              <a:buSzPts val="1400"/>
              <a:buFont typeface="Arial"/>
              <a:buChar char="-"/>
              <a:defRPr sz="1000"/>
            </a:lvl3pPr>
            <a:lvl4pPr lvl="3" algn="ctr" rtl="0">
              <a:lnSpc>
                <a:spcPct val="100000"/>
              </a:lnSpc>
              <a:spcBef>
                <a:spcPts val="0"/>
              </a:spcBef>
              <a:spcAft>
                <a:spcPts val="0"/>
              </a:spcAft>
              <a:buClr>
                <a:schemeClr val="dk1"/>
              </a:buClr>
              <a:buSzPts val="1400"/>
              <a:buFont typeface="Arial"/>
              <a:buChar char="-"/>
              <a:defRPr sz="1000"/>
            </a:lvl4pPr>
            <a:lvl5pPr lvl="4" algn="ctr" rtl="0">
              <a:lnSpc>
                <a:spcPct val="100000"/>
              </a:lnSpc>
              <a:spcBef>
                <a:spcPts val="0"/>
              </a:spcBef>
              <a:spcAft>
                <a:spcPts val="0"/>
              </a:spcAft>
              <a:buClr>
                <a:schemeClr val="dk1"/>
              </a:buClr>
              <a:buSzPts val="1400"/>
              <a:buFont typeface="Arial"/>
              <a:buChar char="-"/>
              <a:defRPr sz="1000"/>
            </a:lvl5pPr>
            <a:lvl6pPr lvl="5" algn="ctr" rtl="0">
              <a:lnSpc>
                <a:spcPct val="100000"/>
              </a:lnSpc>
              <a:spcBef>
                <a:spcPts val="0"/>
              </a:spcBef>
              <a:spcAft>
                <a:spcPts val="0"/>
              </a:spcAft>
              <a:buClr>
                <a:schemeClr val="dk1"/>
              </a:buClr>
              <a:buSzPts val="1400"/>
              <a:buFont typeface="Arial"/>
              <a:buChar char="-"/>
              <a:defRPr sz="1000"/>
            </a:lvl6pPr>
            <a:lvl7pPr lvl="6" algn="ctr" rtl="0">
              <a:lnSpc>
                <a:spcPct val="100000"/>
              </a:lnSpc>
              <a:spcBef>
                <a:spcPts val="0"/>
              </a:spcBef>
              <a:spcAft>
                <a:spcPts val="0"/>
              </a:spcAft>
              <a:buClr>
                <a:schemeClr val="dk1"/>
              </a:buClr>
              <a:buSzPts val="1400"/>
              <a:buFont typeface="Arial"/>
              <a:buChar char="-"/>
              <a:defRPr sz="1000"/>
            </a:lvl7pPr>
            <a:lvl8pPr lvl="7" algn="ctr" rtl="0">
              <a:lnSpc>
                <a:spcPct val="100000"/>
              </a:lnSpc>
              <a:spcBef>
                <a:spcPts val="0"/>
              </a:spcBef>
              <a:spcAft>
                <a:spcPts val="0"/>
              </a:spcAft>
              <a:buClr>
                <a:schemeClr val="dk1"/>
              </a:buClr>
              <a:buSzPts val="1400"/>
              <a:buFont typeface="Arial"/>
              <a:buChar char="-"/>
              <a:defRPr sz="1000"/>
            </a:lvl8pPr>
            <a:lvl9pPr lvl="8" algn="ctr" rtl="0">
              <a:lnSpc>
                <a:spcPct val="100000"/>
              </a:lnSpc>
              <a:spcBef>
                <a:spcPts val="0"/>
              </a:spcBef>
              <a:spcAft>
                <a:spcPts val="0"/>
              </a:spcAft>
              <a:buClr>
                <a:schemeClr val="dk1"/>
              </a:buClr>
              <a:buSzPts val="1400"/>
              <a:buFont typeface="Arial"/>
              <a:buChar char="-"/>
              <a:defRPr sz="1000"/>
            </a:lvl9pPr>
          </a:lstStyle>
          <a:p>
            <a:endParaRPr/>
          </a:p>
        </p:txBody>
      </p:sp>
      <p:sp>
        <p:nvSpPr>
          <p:cNvPr id="116" name="Google Shape;116;p15"/>
          <p:cNvSpPr txBox="1">
            <a:spLocks noGrp="1"/>
          </p:cNvSpPr>
          <p:nvPr>
            <p:ph type="ctrTitle"/>
          </p:nvPr>
        </p:nvSpPr>
        <p:spPr>
          <a:xfrm>
            <a:off x="1710150" y="1328125"/>
            <a:ext cx="5723700" cy="1864500"/>
          </a:xfrm>
          <a:prstGeom prst="rect">
            <a:avLst/>
          </a:prstGeom>
        </p:spPr>
        <p:txBody>
          <a:bodyPr spcFirstLastPara="1" wrap="square" lIns="91425" tIns="91425" rIns="91425" bIns="91425" anchor="ctr" anchorCtr="0">
            <a:noAutofit/>
          </a:bodyPr>
          <a:lstStyle>
            <a:lvl1pPr lvl="0" algn="ctr" rtl="0">
              <a:spcBef>
                <a:spcPts val="3400"/>
              </a:spcBef>
              <a:spcAft>
                <a:spcPts val="0"/>
              </a:spcAft>
              <a:buSzPts val="3600"/>
              <a:buNone/>
              <a:defRPr sz="24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pic>
        <p:nvPicPr>
          <p:cNvPr id="117" name="Google Shape;117;p15"/>
          <p:cNvPicPr preferRelativeResize="0"/>
          <p:nvPr/>
        </p:nvPicPr>
        <p:blipFill>
          <a:blip r:embed="rId2">
            <a:alphaModFix/>
          </a:blip>
          <a:stretch>
            <a:fillRect/>
          </a:stretch>
        </p:blipFill>
        <p:spPr>
          <a:xfrm>
            <a:off x="-1079774" y="-405667"/>
            <a:ext cx="3802725" cy="3431200"/>
          </a:xfrm>
          <a:prstGeom prst="rect">
            <a:avLst/>
          </a:prstGeom>
          <a:noFill/>
          <a:ln>
            <a:noFill/>
          </a:ln>
        </p:spPr>
      </p:pic>
      <p:pic>
        <p:nvPicPr>
          <p:cNvPr id="118" name="Google Shape;118;p15"/>
          <p:cNvPicPr preferRelativeResize="0"/>
          <p:nvPr/>
        </p:nvPicPr>
        <p:blipFill>
          <a:blip r:embed="rId2">
            <a:alphaModFix/>
          </a:blip>
          <a:stretch>
            <a:fillRect/>
          </a:stretch>
        </p:blipFill>
        <p:spPr>
          <a:xfrm rot="10800000">
            <a:off x="5988976" y="2112358"/>
            <a:ext cx="3802725" cy="34312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2">
  <p:cSld name="CUSTOM_32">
    <p:spTree>
      <p:nvGrpSpPr>
        <p:cNvPr id="1" name="Shape 119"/>
        <p:cNvGrpSpPr/>
        <p:nvPr/>
      </p:nvGrpSpPr>
      <p:grpSpPr>
        <a:xfrm>
          <a:off x="0" y="0"/>
          <a:ext cx="0" cy="0"/>
          <a:chOff x="0" y="0"/>
          <a:chExt cx="0" cy="0"/>
        </a:xfrm>
      </p:grpSpPr>
      <p:sp>
        <p:nvSpPr>
          <p:cNvPr id="120" name="Google Shape;120;p16"/>
          <p:cNvSpPr txBox="1">
            <a:spLocks noGrp="1"/>
          </p:cNvSpPr>
          <p:nvPr>
            <p:ph type="subTitle" idx="1"/>
          </p:nvPr>
        </p:nvSpPr>
        <p:spPr>
          <a:xfrm>
            <a:off x="4511650" y="3131900"/>
            <a:ext cx="3717900" cy="367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1400"/>
              <a:buFont typeface="Arial"/>
              <a:buChar char="-"/>
              <a:defRPr sz="1600"/>
            </a:lvl1pPr>
            <a:lvl2pPr lvl="1" algn="ctr" rtl="0">
              <a:lnSpc>
                <a:spcPct val="100000"/>
              </a:lnSpc>
              <a:spcBef>
                <a:spcPts val="0"/>
              </a:spcBef>
              <a:spcAft>
                <a:spcPts val="0"/>
              </a:spcAft>
              <a:buClr>
                <a:schemeClr val="dk1"/>
              </a:buClr>
              <a:buSzPts val="1400"/>
              <a:buFont typeface="Arial"/>
              <a:buChar char="-"/>
              <a:defRPr sz="1000"/>
            </a:lvl2pPr>
            <a:lvl3pPr lvl="2" algn="ctr" rtl="0">
              <a:lnSpc>
                <a:spcPct val="100000"/>
              </a:lnSpc>
              <a:spcBef>
                <a:spcPts val="0"/>
              </a:spcBef>
              <a:spcAft>
                <a:spcPts val="0"/>
              </a:spcAft>
              <a:buClr>
                <a:schemeClr val="dk1"/>
              </a:buClr>
              <a:buSzPts val="1400"/>
              <a:buFont typeface="Arial"/>
              <a:buChar char="-"/>
              <a:defRPr sz="1000"/>
            </a:lvl3pPr>
            <a:lvl4pPr lvl="3" algn="ctr" rtl="0">
              <a:lnSpc>
                <a:spcPct val="100000"/>
              </a:lnSpc>
              <a:spcBef>
                <a:spcPts val="0"/>
              </a:spcBef>
              <a:spcAft>
                <a:spcPts val="0"/>
              </a:spcAft>
              <a:buClr>
                <a:schemeClr val="dk1"/>
              </a:buClr>
              <a:buSzPts val="1400"/>
              <a:buFont typeface="Arial"/>
              <a:buChar char="-"/>
              <a:defRPr sz="1000"/>
            </a:lvl4pPr>
            <a:lvl5pPr lvl="4" algn="ctr" rtl="0">
              <a:lnSpc>
                <a:spcPct val="100000"/>
              </a:lnSpc>
              <a:spcBef>
                <a:spcPts val="0"/>
              </a:spcBef>
              <a:spcAft>
                <a:spcPts val="0"/>
              </a:spcAft>
              <a:buClr>
                <a:schemeClr val="dk1"/>
              </a:buClr>
              <a:buSzPts val="1400"/>
              <a:buFont typeface="Arial"/>
              <a:buChar char="-"/>
              <a:defRPr sz="1000"/>
            </a:lvl5pPr>
            <a:lvl6pPr lvl="5" algn="ctr" rtl="0">
              <a:lnSpc>
                <a:spcPct val="100000"/>
              </a:lnSpc>
              <a:spcBef>
                <a:spcPts val="0"/>
              </a:spcBef>
              <a:spcAft>
                <a:spcPts val="0"/>
              </a:spcAft>
              <a:buClr>
                <a:schemeClr val="dk1"/>
              </a:buClr>
              <a:buSzPts val="1400"/>
              <a:buFont typeface="Arial"/>
              <a:buChar char="-"/>
              <a:defRPr sz="1000"/>
            </a:lvl6pPr>
            <a:lvl7pPr lvl="6" algn="ctr" rtl="0">
              <a:lnSpc>
                <a:spcPct val="100000"/>
              </a:lnSpc>
              <a:spcBef>
                <a:spcPts val="0"/>
              </a:spcBef>
              <a:spcAft>
                <a:spcPts val="0"/>
              </a:spcAft>
              <a:buClr>
                <a:schemeClr val="dk1"/>
              </a:buClr>
              <a:buSzPts val="1400"/>
              <a:buFont typeface="Arial"/>
              <a:buChar char="-"/>
              <a:defRPr sz="1000"/>
            </a:lvl7pPr>
            <a:lvl8pPr lvl="7" algn="ctr" rtl="0">
              <a:lnSpc>
                <a:spcPct val="100000"/>
              </a:lnSpc>
              <a:spcBef>
                <a:spcPts val="0"/>
              </a:spcBef>
              <a:spcAft>
                <a:spcPts val="0"/>
              </a:spcAft>
              <a:buClr>
                <a:schemeClr val="dk1"/>
              </a:buClr>
              <a:buSzPts val="1400"/>
              <a:buFont typeface="Arial"/>
              <a:buChar char="-"/>
              <a:defRPr sz="1000"/>
            </a:lvl8pPr>
            <a:lvl9pPr lvl="8" algn="ctr" rtl="0">
              <a:lnSpc>
                <a:spcPct val="100000"/>
              </a:lnSpc>
              <a:spcBef>
                <a:spcPts val="0"/>
              </a:spcBef>
              <a:spcAft>
                <a:spcPts val="0"/>
              </a:spcAft>
              <a:buClr>
                <a:schemeClr val="dk1"/>
              </a:buClr>
              <a:buSzPts val="1400"/>
              <a:buFont typeface="Arial"/>
              <a:buChar char="-"/>
              <a:defRPr sz="1000"/>
            </a:lvl9pPr>
          </a:lstStyle>
          <a:p>
            <a:endParaRPr/>
          </a:p>
        </p:txBody>
      </p:sp>
      <p:sp>
        <p:nvSpPr>
          <p:cNvPr id="121" name="Google Shape;121;p16"/>
          <p:cNvSpPr txBox="1">
            <a:spLocks noGrp="1"/>
          </p:cNvSpPr>
          <p:nvPr>
            <p:ph type="ctrTitle"/>
          </p:nvPr>
        </p:nvSpPr>
        <p:spPr>
          <a:xfrm>
            <a:off x="4511650" y="1054625"/>
            <a:ext cx="3717900" cy="1864500"/>
          </a:xfrm>
          <a:prstGeom prst="rect">
            <a:avLst/>
          </a:prstGeom>
        </p:spPr>
        <p:txBody>
          <a:bodyPr spcFirstLastPara="1" wrap="square" lIns="91425" tIns="91425" rIns="91425" bIns="91425" anchor="ctr" anchorCtr="0">
            <a:noAutofit/>
          </a:bodyPr>
          <a:lstStyle>
            <a:lvl1pPr lvl="0" algn="r" rtl="0">
              <a:spcBef>
                <a:spcPts val="3400"/>
              </a:spcBef>
              <a:spcAft>
                <a:spcPts val="0"/>
              </a:spcAft>
              <a:buSzPts val="3600"/>
              <a:buNone/>
              <a:defRPr sz="24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pic>
        <p:nvPicPr>
          <p:cNvPr id="122" name="Google Shape;122;p16"/>
          <p:cNvPicPr preferRelativeResize="0"/>
          <p:nvPr/>
        </p:nvPicPr>
        <p:blipFill>
          <a:blip r:embed="rId2">
            <a:alphaModFix/>
          </a:blip>
          <a:stretch>
            <a:fillRect/>
          </a:stretch>
        </p:blipFill>
        <p:spPr>
          <a:xfrm>
            <a:off x="16176" y="-501681"/>
            <a:ext cx="3802725" cy="3431200"/>
          </a:xfrm>
          <a:prstGeom prst="rect">
            <a:avLst/>
          </a:prstGeom>
          <a:noFill/>
          <a:ln>
            <a:noFill/>
          </a:ln>
        </p:spPr>
      </p:pic>
      <p:pic>
        <p:nvPicPr>
          <p:cNvPr id="123" name="Google Shape;123;p16"/>
          <p:cNvPicPr preferRelativeResize="0"/>
          <p:nvPr/>
        </p:nvPicPr>
        <p:blipFill>
          <a:blip r:embed="rId2">
            <a:alphaModFix/>
          </a:blip>
          <a:stretch>
            <a:fillRect/>
          </a:stretch>
        </p:blipFill>
        <p:spPr>
          <a:xfrm rot="10800000" flipH="1">
            <a:off x="10" y="2213744"/>
            <a:ext cx="3802725" cy="34312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2">
  <p:cSld name="CUSTOM_1">
    <p:spTree>
      <p:nvGrpSpPr>
        <p:cNvPr id="1" name="Shape 137"/>
        <p:cNvGrpSpPr/>
        <p:nvPr/>
      </p:nvGrpSpPr>
      <p:grpSpPr>
        <a:xfrm>
          <a:off x="0" y="0"/>
          <a:ext cx="0" cy="0"/>
          <a:chOff x="0" y="0"/>
          <a:chExt cx="0" cy="0"/>
        </a:xfrm>
      </p:grpSpPr>
      <p:pic>
        <p:nvPicPr>
          <p:cNvPr id="138" name="Google Shape;138;p19"/>
          <p:cNvPicPr preferRelativeResize="0"/>
          <p:nvPr/>
        </p:nvPicPr>
        <p:blipFill>
          <a:blip r:embed="rId2">
            <a:alphaModFix/>
          </a:blip>
          <a:stretch>
            <a:fillRect/>
          </a:stretch>
        </p:blipFill>
        <p:spPr>
          <a:xfrm rot="10800000">
            <a:off x="3421663" y="3648350"/>
            <a:ext cx="2300675" cy="2075900"/>
          </a:xfrm>
          <a:prstGeom prst="rect">
            <a:avLst/>
          </a:prstGeom>
          <a:noFill/>
          <a:ln>
            <a:noFill/>
          </a:ln>
        </p:spPr>
      </p:pic>
      <p:pic>
        <p:nvPicPr>
          <p:cNvPr id="139" name="Google Shape;139;p19"/>
          <p:cNvPicPr preferRelativeResize="0"/>
          <p:nvPr/>
        </p:nvPicPr>
        <p:blipFill>
          <a:blip r:embed="rId2">
            <a:alphaModFix/>
          </a:blip>
          <a:stretch>
            <a:fillRect/>
          </a:stretch>
        </p:blipFill>
        <p:spPr>
          <a:xfrm>
            <a:off x="3421663" y="-580750"/>
            <a:ext cx="2300675" cy="2075900"/>
          </a:xfrm>
          <a:prstGeom prst="rect">
            <a:avLst/>
          </a:prstGeom>
          <a:noFill/>
          <a:ln>
            <a:noFill/>
          </a:ln>
        </p:spPr>
      </p:pic>
      <p:sp>
        <p:nvSpPr>
          <p:cNvPr id="140" name="Google Shape;140;p19"/>
          <p:cNvSpPr txBox="1">
            <a:spLocks noGrp="1"/>
          </p:cNvSpPr>
          <p:nvPr>
            <p:ph type="ctrTitle"/>
          </p:nvPr>
        </p:nvSpPr>
        <p:spPr>
          <a:xfrm flipH="1">
            <a:off x="2359650" y="1400650"/>
            <a:ext cx="4424700" cy="938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141" name="Google Shape;141;p19"/>
          <p:cNvSpPr txBox="1">
            <a:spLocks noGrp="1"/>
          </p:cNvSpPr>
          <p:nvPr>
            <p:ph type="subTitle" idx="1"/>
          </p:nvPr>
        </p:nvSpPr>
        <p:spPr>
          <a:xfrm>
            <a:off x="2378700" y="2530005"/>
            <a:ext cx="4386600" cy="938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300"/>
              <a:buNone/>
              <a:defRPr sz="1400"/>
            </a:lvl1pPr>
            <a:lvl2pPr lvl="1" algn="ctr" rtl="0">
              <a:lnSpc>
                <a:spcPct val="100000"/>
              </a:lnSpc>
              <a:spcBef>
                <a:spcPts val="0"/>
              </a:spcBef>
              <a:spcAft>
                <a:spcPts val="0"/>
              </a:spcAft>
              <a:buSzPts val="1300"/>
              <a:buNone/>
              <a:defRPr sz="1300"/>
            </a:lvl2pPr>
            <a:lvl3pPr lvl="2" algn="ctr" rtl="0">
              <a:lnSpc>
                <a:spcPct val="100000"/>
              </a:lnSpc>
              <a:spcBef>
                <a:spcPts val="0"/>
              </a:spcBef>
              <a:spcAft>
                <a:spcPts val="0"/>
              </a:spcAft>
              <a:buSzPts val="1300"/>
              <a:buNone/>
              <a:defRPr sz="1300"/>
            </a:lvl3pPr>
            <a:lvl4pPr lvl="3" algn="ctr" rtl="0">
              <a:lnSpc>
                <a:spcPct val="100000"/>
              </a:lnSpc>
              <a:spcBef>
                <a:spcPts val="0"/>
              </a:spcBef>
              <a:spcAft>
                <a:spcPts val="0"/>
              </a:spcAft>
              <a:buSzPts val="1300"/>
              <a:buNone/>
              <a:defRPr sz="1300"/>
            </a:lvl4pPr>
            <a:lvl5pPr lvl="4" algn="ctr" rtl="0">
              <a:lnSpc>
                <a:spcPct val="100000"/>
              </a:lnSpc>
              <a:spcBef>
                <a:spcPts val="0"/>
              </a:spcBef>
              <a:spcAft>
                <a:spcPts val="0"/>
              </a:spcAft>
              <a:buSzPts val="1300"/>
              <a:buNone/>
              <a:defRPr sz="1300"/>
            </a:lvl5pPr>
            <a:lvl6pPr lvl="5" algn="ctr" rtl="0">
              <a:lnSpc>
                <a:spcPct val="100000"/>
              </a:lnSpc>
              <a:spcBef>
                <a:spcPts val="0"/>
              </a:spcBef>
              <a:spcAft>
                <a:spcPts val="0"/>
              </a:spcAft>
              <a:buSzPts val="1300"/>
              <a:buNone/>
              <a:defRPr sz="1300"/>
            </a:lvl6pPr>
            <a:lvl7pPr lvl="6" algn="ctr" rtl="0">
              <a:lnSpc>
                <a:spcPct val="100000"/>
              </a:lnSpc>
              <a:spcBef>
                <a:spcPts val="0"/>
              </a:spcBef>
              <a:spcAft>
                <a:spcPts val="0"/>
              </a:spcAft>
              <a:buSzPts val="1300"/>
              <a:buNone/>
              <a:defRPr sz="1300"/>
            </a:lvl7pPr>
            <a:lvl8pPr lvl="7" algn="ctr" rtl="0">
              <a:lnSpc>
                <a:spcPct val="100000"/>
              </a:lnSpc>
              <a:spcBef>
                <a:spcPts val="0"/>
              </a:spcBef>
              <a:spcAft>
                <a:spcPts val="0"/>
              </a:spcAft>
              <a:buSzPts val="1300"/>
              <a:buNone/>
              <a:defRPr sz="1300"/>
            </a:lvl8pPr>
            <a:lvl9pPr lvl="8" algn="ctr" rtl="0">
              <a:lnSpc>
                <a:spcPct val="100000"/>
              </a:lnSpc>
              <a:spcBef>
                <a:spcPts val="0"/>
              </a:spcBef>
              <a:spcAft>
                <a:spcPts val="0"/>
              </a:spcAft>
              <a:buSzPts val="1300"/>
              <a:buNone/>
              <a:defRPr sz="13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six columns 1">
  <p:cSld name="CUSTOM_37">
    <p:spTree>
      <p:nvGrpSpPr>
        <p:cNvPr id="1" name="Shape 195"/>
        <p:cNvGrpSpPr/>
        <p:nvPr/>
      </p:nvGrpSpPr>
      <p:grpSpPr>
        <a:xfrm>
          <a:off x="0" y="0"/>
          <a:ext cx="0" cy="0"/>
          <a:chOff x="0" y="0"/>
          <a:chExt cx="0" cy="0"/>
        </a:xfrm>
      </p:grpSpPr>
      <p:sp>
        <p:nvSpPr>
          <p:cNvPr id="196" name="Google Shape;196;p26"/>
          <p:cNvSpPr txBox="1">
            <a:spLocks noGrp="1"/>
          </p:cNvSpPr>
          <p:nvPr>
            <p:ph type="ctrTitle"/>
          </p:nvPr>
        </p:nvSpPr>
        <p:spPr>
          <a:xfrm>
            <a:off x="457200" y="517918"/>
            <a:ext cx="8229600" cy="6705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197" name="Google Shape;197;p26"/>
          <p:cNvSpPr txBox="1">
            <a:spLocks noGrp="1"/>
          </p:cNvSpPr>
          <p:nvPr>
            <p:ph type="ctrTitle" idx="2"/>
          </p:nvPr>
        </p:nvSpPr>
        <p:spPr>
          <a:xfrm>
            <a:off x="3675800" y="1638900"/>
            <a:ext cx="1841400" cy="57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600">
                <a:solidFill>
                  <a:schemeClr val="accent2"/>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198" name="Google Shape;198;p26"/>
          <p:cNvSpPr txBox="1">
            <a:spLocks noGrp="1"/>
          </p:cNvSpPr>
          <p:nvPr>
            <p:ph type="subTitle" idx="1"/>
          </p:nvPr>
        </p:nvSpPr>
        <p:spPr>
          <a:xfrm>
            <a:off x="3675813" y="2100350"/>
            <a:ext cx="1841400" cy="36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4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199" name="Google Shape;199;p26"/>
          <p:cNvSpPr txBox="1">
            <a:spLocks noGrp="1"/>
          </p:cNvSpPr>
          <p:nvPr>
            <p:ph type="ctrTitle" idx="3"/>
          </p:nvPr>
        </p:nvSpPr>
        <p:spPr>
          <a:xfrm>
            <a:off x="5921301" y="1628801"/>
            <a:ext cx="1818300" cy="57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600">
                <a:solidFill>
                  <a:schemeClr val="accent2"/>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200" name="Google Shape;200;p26"/>
          <p:cNvSpPr txBox="1">
            <a:spLocks noGrp="1"/>
          </p:cNvSpPr>
          <p:nvPr>
            <p:ph type="subTitle" idx="4"/>
          </p:nvPr>
        </p:nvSpPr>
        <p:spPr>
          <a:xfrm>
            <a:off x="5898455" y="2074101"/>
            <a:ext cx="1841400" cy="36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201" name="Google Shape;201;p26"/>
          <p:cNvSpPr txBox="1">
            <a:spLocks noGrp="1"/>
          </p:cNvSpPr>
          <p:nvPr>
            <p:ph type="ctrTitle" idx="5"/>
          </p:nvPr>
        </p:nvSpPr>
        <p:spPr>
          <a:xfrm>
            <a:off x="1413972" y="1638900"/>
            <a:ext cx="1888200" cy="57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600">
                <a:solidFill>
                  <a:schemeClr val="accent2"/>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202" name="Google Shape;202;p26"/>
          <p:cNvSpPr txBox="1">
            <a:spLocks noGrp="1"/>
          </p:cNvSpPr>
          <p:nvPr>
            <p:ph type="subTitle" idx="6"/>
          </p:nvPr>
        </p:nvSpPr>
        <p:spPr>
          <a:xfrm>
            <a:off x="1416400" y="2100350"/>
            <a:ext cx="1883100" cy="36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4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pic>
        <p:nvPicPr>
          <p:cNvPr id="203" name="Google Shape;203;p26"/>
          <p:cNvPicPr preferRelativeResize="0"/>
          <p:nvPr/>
        </p:nvPicPr>
        <p:blipFill>
          <a:blip r:embed="rId2">
            <a:alphaModFix/>
          </a:blip>
          <a:stretch>
            <a:fillRect/>
          </a:stretch>
        </p:blipFill>
        <p:spPr>
          <a:xfrm flipH="1">
            <a:off x="-339551" y="-408250"/>
            <a:ext cx="2494901" cy="2251126"/>
          </a:xfrm>
          <a:prstGeom prst="rect">
            <a:avLst/>
          </a:prstGeom>
          <a:noFill/>
          <a:ln>
            <a:noFill/>
          </a:ln>
        </p:spPr>
      </p:pic>
      <p:pic>
        <p:nvPicPr>
          <p:cNvPr id="204" name="Google Shape;204;p26"/>
          <p:cNvPicPr preferRelativeResize="0"/>
          <p:nvPr/>
        </p:nvPicPr>
        <p:blipFill>
          <a:blip r:embed="rId2">
            <a:alphaModFix/>
          </a:blip>
          <a:stretch>
            <a:fillRect/>
          </a:stretch>
        </p:blipFill>
        <p:spPr>
          <a:xfrm flipH="1">
            <a:off x="6944449" y="-571400"/>
            <a:ext cx="2494901" cy="2251126"/>
          </a:xfrm>
          <a:prstGeom prst="rect">
            <a:avLst/>
          </a:prstGeom>
          <a:noFill/>
          <a:ln>
            <a:noFill/>
          </a:ln>
        </p:spPr>
      </p:pic>
      <p:sp>
        <p:nvSpPr>
          <p:cNvPr id="205" name="Google Shape;205;p26"/>
          <p:cNvSpPr txBox="1">
            <a:spLocks noGrp="1"/>
          </p:cNvSpPr>
          <p:nvPr>
            <p:ph type="ctrTitle" idx="7"/>
          </p:nvPr>
        </p:nvSpPr>
        <p:spPr>
          <a:xfrm>
            <a:off x="5920295" y="3212913"/>
            <a:ext cx="1841400" cy="57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600">
                <a:solidFill>
                  <a:schemeClr val="accent2"/>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206" name="Google Shape;206;p26"/>
          <p:cNvSpPr txBox="1">
            <a:spLocks noGrp="1"/>
          </p:cNvSpPr>
          <p:nvPr>
            <p:ph type="subTitle" idx="8"/>
          </p:nvPr>
        </p:nvSpPr>
        <p:spPr>
          <a:xfrm>
            <a:off x="5920252" y="3658212"/>
            <a:ext cx="1841400" cy="36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4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207" name="Google Shape;207;p26"/>
          <p:cNvSpPr txBox="1">
            <a:spLocks noGrp="1"/>
          </p:cNvSpPr>
          <p:nvPr>
            <p:ph type="ctrTitle" idx="9"/>
          </p:nvPr>
        </p:nvSpPr>
        <p:spPr>
          <a:xfrm>
            <a:off x="1413969" y="3212913"/>
            <a:ext cx="1841400" cy="57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600">
                <a:solidFill>
                  <a:schemeClr val="accent2"/>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208" name="Google Shape;208;p26"/>
          <p:cNvSpPr txBox="1">
            <a:spLocks noGrp="1"/>
          </p:cNvSpPr>
          <p:nvPr>
            <p:ph type="subTitle" idx="13"/>
          </p:nvPr>
        </p:nvSpPr>
        <p:spPr>
          <a:xfrm>
            <a:off x="1413926" y="3658212"/>
            <a:ext cx="1841400" cy="36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4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209" name="Google Shape;209;p26"/>
          <p:cNvSpPr txBox="1">
            <a:spLocks noGrp="1"/>
          </p:cNvSpPr>
          <p:nvPr>
            <p:ph type="ctrTitle" idx="14"/>
          </p:nvPr>
        </p:nvSpPr>
        <p:spPr>
          <a:xfrm>
            <a:off x="3675843" y="3212913"/>
            <a:ext cx="1841400" cy="57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600">
                <a:solidFill>
                  <a:schemeClr val="accent2"/>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210" name="Google Shape;210;p26"/>
          <p:cNvSpPr txBox="1">
            <a:spLocks noGrp="1"/>
          </p:cNvSpPr>
          <p:nvPr>
            <p:ph type="subTitle" idx="15"/>
          </p:nvPr>
        </p:nvSpPr>
        <p:spPr>
          <a:xfrm>
            <a:off x="3675800" y="3658212"/>
            <a:ext cx="1841400" cy="36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4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211" name="Google Shape;211;p26"/>
          <p:cNvSpPr/>
          <p:nvPr/>
        </p:nvSpPr>
        <p:spPr>
          <a:xfrm>
            <a:off x="1366875" y="1705800"/>
            <a:ext cx="1982400" cy="1156800"/>
          </a:xfrm>
          <a:prstGeom prst="rect">
            <a:avLst/>
          </a:prstGeom>
          <a:gradFill>
            <a:gsLst>
              <a:gs pos="0">
                <a:srgbClr val="FFFFFF">
                  <a:alpha val="0"/>
                </a:srgbClr>
              </a:gs>
              <a:gs pos="100000">
                <a:srgbClr val="FFFFFF">
                  <a:alpha val="39215"/>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6"/>
          <p:cNvSpPr/>
          <p:nvPr/>
        </p:nvSpPr>
        <p:spPr>
          <a:xfrm>
            <a:off x="3607775" y="1705801"/>
            <a:ext cx="1982400" cy="1156800"/>
          </a:xfrm>
          <a:prstGeom prst="rect">
            <a:avLst/>
          </a:prstGeom>
          <a:gradFill>
            <a:gsLst>
              <a:gs pos="0">
                <a:srgbClr val="FFFFFF">
                  <a:alpha val="0"/>
                </a:srgbClr>
              </a:gs>
              <a:gs pos="100000">
                <a:srgbClr val="FFFFFF">
                  <a:alpha val="39215"/>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6"/>
          <p:cNvSpPr/>
          <p:nvPr/>
        </p:nvSpPr>
        <p:spPr>
          <a:xfrm>
            <a:off x="3607775" y="3263701"/>
            <a:ext cx="1982400" cy="1156800"/>
          </a:xfrm>
          <a:prstGeom prst="rect">
            <a:avLst/>
          </a:prstGeom>
          <a:gradFill>
            <a:gsLst>
              <a:gs pos="0">
                <a:srgbClr val="FFFFFF">
                  <a:alpha val="0"/>
                </a:srgbClr>
              </a:gs>
              <a:gs pos="100000">
                <a:srgbClr val="FFFFFF">
                  <a:alpha val="39215"/>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6"/>
          <p:cNvSpPr/>
          <p:nvPr/>
        </p:nvSpPr>
        <p:spPr>
          <a:xfrm>
            <a:off x="5848675" y="1705801"/>
            <a:ext cx="1982400" cy="1156800"/>
          </a:xfrm>
          <a:prstGeom prst="rect">
            <a:avLst/>
          </a:prstGeom>
          <a:gradFill>
            <a:gsLst>
              <a:gs pos="0">
                <a:srgbClr val="FFFFFF">
                  <a:alpha val="0"/>
                </a:srgbClr>
              </a:gs>
              <a:gs pos="100000">
                <a:srgbClr val="FFFFFF">
                  <a:alpha val="39215"/>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6"/>
          <p:cNvSpPr/>
          <p:nvPr/>
        </p:nvSpPr>
        <p:spPr>
          <a:xfrm>
            <a:off x="5848675" y="3263701"/>
            <a:ext cx="1982400" cy="1156800"/>
          </a:xfrm>
          <a:prstGeom prst="rect">
            <a:avLst/>
          </a:prstGeom>
          <a:gradFill>
            <a:gsLst>
              <a:gs pos="0">
                <a:srgbClr val="FFFFFF">
                  <a:alpha val="0"/>
                </a:srgbClr>
              </a:gs>
              <a:gs pos="100000">
                <a:srgbClr val="FFFFFF">
                  <a:alpha val="39215"/>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6"/>
          <p:cNvSpPr/>
          <p:nvPr/>
        </p:nvSpPr>
        <p:spPr>
          <a:xfrm>
            <a:off x="1366875" y="3263700"/>
            <a:ext cx="1982400" cy="1156800"/>
          </a:xfrm>
          <a:prstGeom prst="rect">
            <a:avLst/>
          </a:prstGeom>
          <a:gradFill>
            <a:gsLst>
              <a:gs pos="0">
                <a:srgbClr val="FFFFFF">
                  <a:alpha val="0"/>
                </a:srgbClr>
              </a:gs>
              <a:gs pos="100000">
                <a:srgbClr val="FFFFFF">
                  <a:alpha val="39215"/>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7">
  <p:cSld name="CUSTOM_25">
    <p:spTree>
      <p:nvGrpSpPr>
        <p:cNvPr id="1" name="Shape 462"/>
        <p:cNvGrpSpPr/>
        <p:nvPr/>
      </p:nvGrpSpPr>
      <p:grpSpPr>
        <a:xfrm>
          <a:off x="0" y="0"/>
          <a:ext cx="0" cy="0"/>
          <a:chOff x="0" y="0"/>
          <a:chExt cx="0" cy="0"/>
        </a:xfrm>
      </p:grpSpPr>
      <p:pic>
        <p:nvPicPr>
          <p:cNvPr id="463" name="Google Shape;463;p50"/>
          <p:cNvPicPr preferRelativeResize="0"/>
          <p:nvPr/>
        </p:nvPicPr>
        <p:blipFill>
          <a:blip r:embed="rId2">
            <a:alphaModFix/>
          </a:blip>
          <a:stretch>
            <a:fillRect/>
          </a:stretch>
        </p:blipFill>
        <p:spPr>
          <a:xfrm>
            <a:off x="-551926" y="-847134"/>
            <a:ext cx="3136825" cy="2830350"/>
          </a:xfrm>
          <a:prstGeom prst="rect">
            <a:avLst/>
          </a:prstGeom>
          <a:noFill/>
          <a:ln>
            <a:noFill/>
          </a:ln>
        </p:spPr>
      </p:pic>
      <p:pic>
        <p:nvPicPr>
          <p:cNvPr id="464" name="Google Shape;464;p50"/>
          <p:cNvPicPr preferRelativeResize="0"/>
          <p:nvPr/>
        </p:nvPicPr>
        <p:blipFill>
          <a:blip r:embed="rId2">
            <a:alphaModFix/>
          </a:blip>
          <a:stretch>
            <a:fillRect/>
          </a:stretch>
        </p:blipFill>
        <p:spPr>
          <a:xfrm flipH="1">
            <a:off x="6559554" y="-846583"/>
            <a:ext cx="3136825" cy="2830350"/>
          </a:xfrm>
          <a:prstGeom prst="rect">
            <a:avLst/>
          </a:prstGeom>
          <a:noFill/>
          <a:ln>
            <a:noFill/>
          </a:ln>
        </p:spPr>
      </p:pic>
      <p:pic>
        <p:nvPicPr>
          <p:cNvPr id="465" name="Google Shape;465;p50"/>
          <p:cNvPicPr preferRelativeResize="0"/>
          <p:nvPr/>
        </p:nvPicPr>
        <p:blipFill>
          <a:blip r:embed="rId2">
            <a:alphaModFix/>
          </a:blip>
          <a:stretch>
            <a:fillRect/>
          </a:stretch>
        </p:blipFill>
        <p:spPr>
          <a:xfrm rot="10800000" flipH="1">
            <a:off x="-552472" y="2791087"/>
            <a:ext cx="3136825" cy="2830350"/>
          </a:xfrm>
          <a:prstGeom prst="rect">
            <a:avLst/>
          </a:prstGeom>
          <a:noFill/>
          <a:ln>
            <a:noFill/>
          </a:ln>
        </p:spPr>
      </p:pic>
      <p:pic>
        <p:nvPicPr>
          <p:cNvPr id="466" name="Google Shape;466;p50"/>
          <p:cNvPicPr preferRelativeResize="0"/>
          <p:nvPr/>
        </p:nvPicPr>
        <p:blipFill>
          <a:blip r:embed="rId2">
            <a:alphaModFix/>
          </a:blip>
          <a:stretch>
            <a:fillRect/>
          </a:stretch>
        </p:blipFill>
        <p:spPr>
          <a:xfrm rot="10800000">
            <a:off x="6549518" y="2790536"/>
            <a:ext cx="3136825" cy="2830350"/>
          </a:xfrm>
          <a:prstGeom prst="rect">
            <a:avLst/>
          </a:prstGeom>
          <a:noFill/>
          <a:ln>
            <a:noFill/>
          </a:ln>
        </p:spPr>
      </p:pic>
      <p:sp>
        <p:nvSpPr>
          <p:cNvPr id="467" name="Google Shape;467;p50"/>
          <p:cNvSpPr txBox="1">
            <a:spLocks noGrp="1"/>
          </p:cNvSpPr>
          <p:nvPr>
            <p:ph type="ctrTitle"/>
          </p:nvPr>
        </p:nvSpPr>
        <p:spPr>
          <a:xfrm flipH="1">
            <a:off x="540000" y="452237"/>
            <a:ext cx="8064000" cy="670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36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CUSTOM_41">
    <p:spTree>
      <p:nvGrpSpPr>
        <p:cNvPr id="1" name="Shape 561"/>
        <p:cNvGrpSpPr/>
        <p:nvPr/>
      </p:nvGrpSpPr>
      <p:grpSpPr>
        <a:xfrm>
          <a:off x="0" y="0"/>
          <a:ext cx="0" cy="0"/>
          <a:chOff x="0" y="0"/>
          <a:chExt cx="0" cy="0"/>
        </a:xfrm>
      </p:grpSpPr>
      <p:pic>
        <p:nvPicPr>
          <p:cNvPr id="562" name="Google Shape;562;p63"/>
          <p:cNvPicPr preferRelativeResize="0"/>
          <p:nvPr/>
        </p:nvPicPr>
        <p:blipFill>
          <a:blip r:embed="rId2">
            <a:alphaModFix/>
          </a:blip>
          <a:stretch>
            <a:fillRect/>
          </a:stretch>
        </p:blipFill>
        <p:spPr>
          <a:xfrm rot="10800000">
            <a:off x="6843313" y="-9498"/>
            <a:ext cx="2300675" cy="2075900"/>
          </a:xfrm>
          <a:prstGeom prst="rect">
            <a:avLst/>
          </a:prstGeom>
          <a:noFill/>
          <a:ln>
            <a:noFill/>
          </a:ln>
        </p:spPr>
      </p:pic>
      <p:pic>
        <p:nvPicPr>
          <p:cNvPr id="563" name="Google Shape;563;p63"/>
          <p:cNvPicPr preferRelativeResize="0"/>
          <p:nvPr/>
        </p:nvPicPr>
        <p:blipFill>
          <a:blip r:embed="rId2">
            <a:alphaModFix/>
          </a:blip>
          <a:stretch>
            <a:fillRect/>
          </a:stretch>
        </p:blipFill>
        <p:spPr>
          <a:xfrm rot="10800000" flipH="1">
            <a:off x="-12" y="-9498"/>
            <a:ext cx="2300675" cy="20759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2">
  <p:cSld name="CUSTOM_41_1">
    <p:spTree>
      <p:nvGrpSpPr>
        <p:cNvPr id="1" name="Shape 564"/>
        <p:cNvGrpSpPr/>
        <p:nvPr/>
      </p:nvGrpSpPr>
      <p:grpSpPr>
        <a:xfrm>
          <a:off x="0" y="0"/>
          <a:ext cx="0" cy="0"/>
          <a:chOff x="0" y="0"/>
          <a:chExt cx="0" cy="0"/>
        </a:xfrm>
      </p:grpSpPr>
      <p:pic>
        <p:nvPicPr>
          <p:cNvPr id="565" name="Google Shape;565;p64"/>
          <p:cNvPicPr preferRelativeResize="0"/>
          <p:nvPr/>
        </p:nvPicPr>
        <p:blipFill>
          <a:blip r:embed="rId2">
            <a:alphaModFix/>
          </a:blip>
          <a:stretch>
            <a:fillRect/>
          </a:stretch>
        </p:blipFill>
        <p:spPr>
          <a:xfrm rot="10800000">
            <a:off x="7247964" y="3135292"/>
            <a:ext cx="2300675" cy="2075900"/>
          </a:xfrm>
          <a:prstGeom prst="rect">
            <a:avLst/>
          </a:prstGeom>
          <a:noFill/>
          <a:ln>
            <a:noFill/>
          </a:ln>
        </p:spPr>
      </p:pic>
      <p:pic>
        <p:nvPicPr>
          <p:cNvPr id="566" name="Google Shape;566;p64"/>
          <p:cNvPicPr preferRelativeResize="0"/>
          <p:nvPr/>
        </p:nvPicPr>
        <p:blipFill>
          <a:blip r:embed="rId2">
            <a:alphaModFix/>
          </a:blip>
          <a:stretch>
            <a:fillRect/>
          </a:stretch>
        </p:blipFill>
        <p:spPr>
          <a:xfrm rot="10800000" flipH="1">
            <a:off x="-984228" y="3055367"/>
            <a:ext cx="2300675" cy="20759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accent1"/>
            </a:gs>
            <a:gs pos="100000">
              <a:schemeClr val="accent2"/>
            </a:gs>
          </a:gsLst>
          <a:lin ang="5400012"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445025"/>
            <a:ext cx="8229600" cy="5727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lt1"/>
              </a:buClr>
              <a:buSzPts val="3000"/>
              <a:buFont typeface="Squada One"/>
              <a:buNone/>
              <a:defRPr sz="3000">
                <a:solidFill>
                  <a:schemeClr val="lt1"/>
                </a:solidFill>
                <a:latin typeface="Squada One"/>
                <a:ea typeface="Squada One"/>
                <a:cs typeface="Squada One"/>
                <a:sym typeface="Squada One"/>
              </a:defRPr>
            </a:lvl1pPr>
            <a:lvl2pPr lvl="1" algn="ctr">
              <a:spcBef>
                <a:spcPts val="0"/>
              </a:spcBef>
              <a:spcAft>
                <a:spcPts val="0"/>
              </a:spcAft>
              <a:buClr>
                <a:schemeClr val="lt1"/>
              </a:buClr>
              <a:buSzPts val="2800"/>
              <a:buNone/>
              <a:defRPr sz="2800">
                <a:solidFill>
                  <a:schemeClr val="lt1"/>
                </a:solidFill>
              </a:defRPr>
            </a:lvl2pPr>
            <a:lvl3pPr lvl="2" algn="ctr">
              <a:spcBef>
                <a:spcPts val="0"/>
              </a:spcBef>
              <a:spcAft>
                <a:spcPts val="0"/>
              </a:spcAft>
              <a:buClr>
                <a:schemeClr val="lt1"/>
              </a:buClr>
              <a:buSzPts val="2800"/>
              <a:buNone/>
              <a:defRPr sz="2800">
                <a:solidFill>
                  <a:schemeClr val="lt1"/>
                </a:solidFill>
              </a:defRPr>
            </a:lvl3pPr>
            <a:lvl4pPr lvl="3" algn="ctr">
              <a:spcBef>
                <a:spcPts val="0"/>
              </a:spcBef>
              <a:spcAft>
                <a:spcPts val="0"/>
              </a:spcAft>
              <a:buClr>
                <a:schemeClr val="lt1"/>
              </a:buClr>
              <a:buSzPts val="2800"/>
              <a:buNone/>
              <a:defRPr sz="2800">
                <a:solidFill>
                  <a:schemeClr val="lt1"/>
                </a:solidFill>
              </a:defRPr>
            </a:lvl4pPr>
            <a:lvl5pPr lvl="4" algn="ctr">
              <a:spcBef>
                <a:spcPts val="0"/>
              </a:spcBef>
              <a:spcAft>
                <a:spcPts val="0"/>
              </a:spcAft>
              <a:buClr>
                <a:schemeClr val="lt1"/>
              </a:buClr>
              <a:buSzPts val="2800"/>
              <a:buNone/>
              <a:defRPr sz="2800">
                <a:solidFill>
                  <a:schemeClr val="lt1"/>
                </a:solidFill>
              </a:defRPr>
            </a:lvl5pPr>
            <a:lvl6pPr lvl="5" algn="ctr">
              <a:spcBef>
                <a:spcPts val="0"/>
              </a:spcBef>
              <a:spcAft>
                <a:spcPts val="0"/>
              </a:spcAft>
              <a:buClr>
                <a:schemeClr val="lt1"/>
              </a:buClr>
              <a:buSzPts val="2800"/>
              <a:buNone/>
              <a:defRPr sz="2800">
                <a:solidFill>
                  <a:schemeClr val="lt1"/>
                </a:solidFill>
              </a:defRPr>
            </a:lvl6pPr>
            <a:lvl7pPr lvl="6" algn="ctr">
              <a:spcBef>
                <a:spcPts val="0"/>
              </a:spcBef>
              <a:spcAft>
                <a:spcPts val="0"/>
              </a:spcAft>
              <a:buClr>
                <a:schemeClr val="lt1"/>
              </a:buClr>
              <a:buSzPts val="2800"/>
              <a:buNone/>
              <a:defRPr sz="2800">
                <a:solidFill>
                  <a:schemeClr val="lt1"/>
                </a:solidFill>
              </a:defRPr>
            </a:lvl7pPr>
            <a:lvl8pPr lvl="7" algn="ctr">
              <a:spcBef>
                <a:spcPts val="0"/>
              </a:spcBef>
              <a:spcAft>
                <a:spcPts val="0"/>
              </a:spcAft>
              <a:buClr>
                <a:schemeClr val="lt1"/>
              </a:buClr>
              <a:buSzPts val="2800"/>
              <a:buNone/>
              <a:defRPr sz="2800">
                <a:solidFill>
                  <a:schemeClr val="lt1"/>
                </a:solidFill>
              </a:defRPr>
            </a:lvl8pPr>
            <a:lvl9pPr lvl="8" algn="ctr">
              <a:spcBef>
                <a:spcPts val="0"/>
              </a:spcBef>
              <a:spcAft>
                <a:spcPts val="0"/>
              </a:spcAft>
              <a:buClr>
                <a:schemeClr val="lt1"/>
              </a:buClr>
              <a:buSzPts val="2800"/>
              <a:buNone/>
              <a:defRPr sz="2800">
                <a:solidFill>
                  <a:schemeClr val="lt1"/>
                </a:solidFill>
              </a:defRPr>
            </a:lvl9pPr>
          </a:lstStyle>
          <a:p>
            <a:endParaRPr/>
          </a:p>
        </p:txBody>
      </p:sp>
      <p:sp>
        <p:nvSpPr>
          <p:cNvPr id="7" name="Google Shape;7;p1"/>
          <p:cNvSpPr txBox="1">
            <a:spLocks noGrp="1"/>
          </p:cNvSpPr>
          <p:nvPr>
            <p:ph type="body" idx="1"/>
          </p:nvPr>
        </p:nvSpPr>
        <p:spPr>
          <a:xfrm>
            <a:off x="457200" y="1152475"/>
            <a:ext cx="8229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1"/>
              </a:buClr>
              <a:buSzPts val="1800"/>
              <a:buFont typeface="Roboto Condensed Light"/>
              <a:buChar char="●"/>
              <a:defRPr sz="1800">
                <a:solidFill>
                  <a:schemeClr val="lt1"/>
                </a:solidFill>
                <a:latin typeface="Roboto Condensed Light"/>
                <a:ea typeface="Roboto Condensed Light"/>
                <a:cs typeface="Roboto Condensed Light"/>
                <a:sym typeface="Roboto Condensed Light"/>
              </a:defRPr>
            </a:lvl1pPr>
            <a:lvl2pPr marL="914400" lvl="1" indent="-3175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2pPr>
            <a:lvl3pPr marL="1371600" lvl="2" indent="-3175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3pPr>
            <a:lvl4pPr marL="1828800" lvl="3" indent="-3175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4pPr>
            <a:lvl5pPr marL="2286000" lvl="4" indent="-3175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5pPr>
            <a:lvl6pPr marL="2743200" lvl="5" indent="-3175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6pPr>
            <a:lvl7pPr marL="3200400" lvl="6" indent="-3175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7pPr>
            <a:lvl8pPr marL="3657600" lvl="7" indent="-3175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8pPr>
            <a:lvl9pPr marL="4114800" lvl="8" indent="-317500">
              <a:lnSpc>
                <a:spcPct val="115000"/>
              </a:lnSpc>
              <a:spcBef>
                <a:spcPts val="1600"/>
              </a:spcBef>
              <a:spcAft>
                <a:spcPts val="160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3" r:id="rId3"/>
    <p:sldLayoutId id="2147483658" r:id="rId4"/>
    <p:sldLayoutId id="2147483661" r:id="rId5"/>
    <p:sldLayoutId id="2147483662" r:id="rId6"/>
    <p:sldLayoutId id="2147483665" r:id="rId7"/>
    <p:sldLayoutId id="2147483672" r:id="rId8"/>
    <p:sldLayoutId id="2147483696" r:id="rId9"/>
    <p:sldLayoutId id="2147483709" r:id="rId10"/>
    <p:sldLayoutId id="214748371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10.jpg"/><Relationship Id="rId4" Type="http://schemas.openxmlformats.org/officeDocument/2006/relationships/image" Target="../media/image9.jpg"/></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12.jp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image" Target="../media/image16.jpg"/><Relationship Id="rId4" Type="http://schemas.openxmlformats.org/officeDocument/2006/relationships/image" Target="../media/image15.jpg"/></Relationships>
</file>

<file path=ppt/slides/_rels/slide1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sp>
        <p:nvSpPr>
          <p:cNvPr id="765" name="Google Shape;765;p94"/>
          <p:cNvSpPr txBox="1">
            <a:spLocks noGrp="1"/>
          </p:cNvSpPr>
          <p:nvPr>
            <p:ph type="title"/>
          </p:nvPr>
        </p:nvSpPr>
        <p:spPr>
          <a:xfrm>
            <a:off x="304800" y="631410"/>
            <a:ext cx="8229600" cy="510900"/>
          </a:xfrm>
          <a:prstGeom prst="rect">
            <a:avLst/>
          </a:prstGeom>
        </p:spPr>
        <p:txBody>
          <a:bodyPr spcFirstLastPara="1" wrap="square" lIns="91425" tIns="91425" rIns="91425" bIns="91425" anchor="ctr" anchorCtr="0">
            <a:noAutofit/>
          </a:bodyPr>
          <a:lstStyle/>
          <a:p>
            <a:pPr lvl="0">
              <a:buClr>
                <a:schemeClr val="dk1"/>
              </a:buClr>
              <a:buSzPts val="1100"/>
            </a:pPr>
            <a:r>
              <a:rPr lang="en" sz="3600" dirty="0">
                <a:solidFill>
                  <a:srgbClr val="002060"/>
                </a:solidFill>
              </a:rPr>
              <a:t>CEF 44O: INTERNET PROGRAMMING (J2EE) </a:t>
            </a:r>
            <a:r>
              <a:rPr lang="en-US" sz="3600" dirty="0">
                <a:solidFill>
                  <a:srgbClr val="002060"/>
                </a:solidFill>
              </a:rPr>
              <a:t>AND MOBILE PROGRAMMING</a:t>
            </a:r>
            <a:r>
              <a:rPr lang="en" sz="3600" dirty="0">
                <a:solidFill>
                  <a:srgbClr val="002060"/>
                </a:solidFill>
              </a:rPr>
              <a:t> </a:t>
            </a:r>
            <a:endParaRPr sz="3600" dirty="0">
              <a:solidFill>
                <a:srgbClr val="002060"/>
              </a:solidFill>
            </a:endParaRPr>
          </a:p>
        </p:txBody>
      </p:sp>
      <p:sp>
        <p:nvSpPr>
          <p:cNvPr id="766" name="Google Shape;766;p94"/>
          <p:cNvSpPr txBox="1">
            <a:spLocks noGrp="1"/>
          </p:cNvSpPr>
          <p:nvPr>
            <p:ph type="subTitle" idx="1"/>
          </p:nvPr>
        </p:nvSpPr>
        <p:spPr>
          <a:xfrm>
            <a:off x="457200" y="2497583"/>
            <a:ext cx="8229600" cy="417900"/>
          </a:xfrm>
          <a:prstGeom prst="rect">
            <a:avLst/>
          </a:prstGeom>
        </p:spPr>
        <p:txBody>
          <a:bodyPr spcFirstLastPara="1" wrap="square" lIns="91425" tIns="91425" rIns="91425" bIns="91425" anchor="t" anchorCtr="0">
            <a:noAutofit/>
          </a:bodyPr>
          <a:lstStyle/>
          <a:p>
            <a:r>
              <a:rPr lang="en-US" dirty="0">
                <a:solidFill>
                  <a:schemeClr val="bg1"/>
                </a:solidFill>
                <a:latin typeface="Roboto Condensed Light" panose="020B0604020202020204" charset="0"/>
                <a:ea typeface="Roboto Condensed Light" panose="020B0604020202020204" charset="0"/>
              </a:rPr>
              <a:t>AJAMAH GODLOVE NKEMEJAH             FE21A129</a:t>
            </a:r>
          </a:p>
          <a:p>
            <a:endParaRPr lang="en-US" dirty="0">
              <a:solidFill>
                <a:schemeClr val="bg1"/>
              </a:solidFill>
              <a:latin typeface="Roboto Condensed Light" panose="020B0604020202020204" charset="0"/>
              <a:ea typeface="Roboto Condensed Light" panose="020B0604020202020204" charset="0"/>
            </a:endParaRPr>
          </a:p>
          <a:p>
            <a:r>
              <a:rPr lang="en-US" dirty="0">
                <a:solidFill>
                  <a:schemeClr val="bg1"/>
                </a:solidFill>
                <a:latin typeface="Roboto Condensed Light" panose="020B0604020202020204" charset="0"/>
                <a:ea typeface="Roboto Condensed Light" panose="020B0604020202020204" charset="0"/>
              </a:rPr>
              <a:t>AMABO JOSHUA NGWA                          FE21A135</a:t>
            </a:r>
          </a:p>
          <a:p>
            <a:endParaRPr lang="en-US" dirty="0">
              <a:solidFill>
                <a:schemeClr val="bg1"/>
              </a:solidFill>
              <a:latin typeface="Roboto Condensed Light" panose="020B0604020202020204" charset="0"/>
              <a:ea typeface="Roboto Condensed Light" panose="020B0604020202020204" charset="0"/>
            </a:endParaRPr>
          </a:p>
          <a:p>
            <a:r>
              <a:rPr lang="en-US" dirty="0">
                <a:solidFill>
                  <a:schemeClr val="bg1"/>
                </a:solidFill>
                <a:latin typeface="Roboto Condensed Light" panose="020B0604020202020204" charset="0"/>
                <a:ea typeface="Roboto Condensed Light" panose="020B0604020202020204" charset="0"/>
              </a:rPr>
              <a:t>MBACHAM LOANA NING                         FE21A228</a:t>
            </a:r>
          </a:p>
          <a:p>
            <a:endParaRPr lang="en-US" dirty="0">
              <a:solidFill>
                <a:schemeClr val="bg1"/>
              </a:solidFill>
              <a:latin typeface="Roboto Condensed Light" panose="020B0604020202020204" charset="0"/>
              <a:ea typeface="Roboto Condensed Light" panose="020B0604020202020204" charset="0"/>
            </a:endParaRPr>
          </a:p>
          <a:p>
            <a:r>
              <a:rPr lang="en-US" dirty="0">
                <a:solidFill>
                  <a:schemeClr val="bg1"/>
                </a:solidFill>
                <a:latin typeface="Roboto Condensed Light" panose="020B0604020202020204" charset="0"/>
                <a:ea typeface="Roboto Condensed Light" panose="020B0604020202020204" charset="0"/>
              </a:rPr>
              <a:t>NGOUNG TASSA ALAIN SHIRESS           FE21A262</a:t>
            </a:r>
          </a:p>
          <a:p>
            <a:endParaRPr lang="en-US" dirty="0">
              <a:solidFill>
                <a:schemeClr val="bg1"/>
              </a:solidFill>
              <a:latin typeface="Roboto Condensed Light" panose="020B0604020202020204" charset="0"/>
              <a:ea typeface="Roboto Condensed Light" panose="020B0604020202020204" charset="0"/>
            </a:endParaRPr>
          </a:p>
          <a:p>
            <a:r>
              <a:rPr lang="en-US" dirty="0">
                <a:solidFill>
                  <a:schemeClr val="bg1"/>
                </a:solidFill>
                <a:latin typeface="Roboto Condensed Light" panose="020B0604020202020204" charset="0"/>
                <a:ea typeface="Roboto Condensed Light" panose="020B0604020202020204" charset="0"/>
              </a:rPr>
              <a:t>NYUYSEVER BORIS DINNYUY                 FE21A295</a:t>
            </a:r>
          </a:p>
          <a:p>
            <a:endParaRPr lang="en-US" dirty="0">
              <a:solidFill>
                <a:schemeClr val="bg1"/>
              </a:solidFill>
              <a:latin typeface="Montserrat ExtraBold" panose="020B0604020202020204" charset="0"/>
            </a:endParaRPr>
          </a:p>
          <a:p>
            <a:pPr marL="0" lvl="0" indent="0" algn="ctr" rtl="0">
              <a:spcBef>
                <a:spcPts val="0"/>
              </a:spcBef>
              <a:spcAft>
                <a:spcPts val="0"/>
              </a:spcAft>
              <a:buClr>
                <a:schemeClr val="dk1"/>
              </a:buClr>
              <a:buSzPts val="1100"/>
              <a:buFont typeface="Arial"/>
              <a:buNone/>
            </a:pPr>
            <a:endParaRPr dirty="0"/>
          </a:p>
        </p:txBody>
      </p:sp>
      <p:sp>
        <p:nvSpPr>
          <p:cNvPr id="5" name="TextBox 4">
            <a:extLst>
              <a:ext uri="{FF2B5EF4-FFF2-40B4-BE49-F238E27FC236}">
                <a16:creationId xmlns:a16="http://schemas.microsoft.com/office/drawing/2014/main" id="{6EA565FA-B725-48FE-9593-6F14B7F537E0}"/>
              </a:ext>
            </a:extLst>
          </p:cNvPr>
          <p:cNvSpPr txBox="1"/>
          <p:nvPr/>
        </p:nvSpPr>
        <p:spPr>
          <a:xfrm>
            <a:off x="4000500" y="1920240"/>
            <a:ext cx="1981200" cy="307777"/>
          </a:xfrm>
          <a:prstGeom prst="rect">
            <a:avLst/>
          </a:prstGeom>
          <a:noFill/>
        </p:spPr>
        <p:txBody>
          <a:bodyPr wrap="square" rtlCol="0">
            <a:spAutoFit/>
          </a:bodyPr>
          <a:lstStyle/>
          <a:p>
            <a:r>
              <a:rPr lang="en-US" dirty="0">
                <a:solidFill>
                  <a:srgbClr val="002060"/>
                </a:solidFill>
                <a:latin typeface="Montserrat ExtraBold" panose="020B0604020202020204" charset="0"/>
                <a:ea typeface="Roboto" panose="020B0604020202020204" charset="0"/>
              </a:rPr>
              <a:t>PRESENTED BY</a:t>
            </a:r>
          </a:p>
        </p:txBody>
      </p:sp>
      <p:cxnSp>
        <p:nvCxnSpPr>
          <p:cNvPr id="7" name="Straight Connector 6">
            <a:extLst>
              <a:ext uri="{FF2B5EF4-FFF2-40B4-BE49-F238E27FC236}">
                <a16:creationId xmlns:a16="http://schemas.microsoft.com/office/drawing/2014/main" id="{FDBB962D-C193-4A3B-B36F-60174EB07EBA}"/>
              </a:ext>
            </a:extLst>
          </p:cNvPr>
          <p:cNvCxnSpPr>
            <a:cxnSpLocks/>
          </p:cNvCxnSpPr>
          <p:nvPr/>
        </p:nvCxnSpPr>
        <p:spPr>
          <a:xfrm>
            <a:off x="4000500" y="2228017"/>
            <a:ext cx="146304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9" name="Rectangle: Rounded Corners 8">
            <a:extLst>
              <a:ext uri="{FF2B5EF4-FFF2-40B4-BE49-F238E27FC236}">
                <a16:creationId xmlns:a16="http://schemas.microsoft.com/office/drawing/2014/main" id="{AF9B3390-47B3-4A42-AC5D-6DDFBB5F264F}"/>
              </a:ext>
            </a:extLst>
          </p:cNvPr>
          <p:cNvSpPr/>
          <p:nvPr/>
        </p:nvSpPr>
        <p:spPr>
          <a:xfrm>
            <a:off x="7612380" y="4259580"/>
            <a:ext cx="1280160" cy="647700"/>
          </a:xfrm>
          <a:prstGeom prst="round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ExtraBold" panose="020B0604020202020204" charset="0"/>
              </a:rPr>
              <a:t>TASK 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p110"/>
          <p:cNvSpPr txBox="1">
            <a:spLocks noGrp="1"/>
          </p:cNvSpPr>
          <p:nvPr>
            <p:ph type="ctrTitle" idx="4294967295"/>
          </p:nvPr>
        </p:nvSpPr>
        <p:spPr>
          <a:xfrm>
            <a:off x="0" y="517525"/>
            <a:ext cx="8229600" cy="671513"/>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Clr>
                <a:schemeClr val="dk1"/>
              </a:buClr>
              <a:buSzPts val="1100"/>
              <a:buFont typeface="Arial"/>
              <a:buNone/>
            </a:pPr>
            <a:r>
              <a:rPr lang="en" dirty="0">
                <a:solidFill>
                  <a:srgbClr val="002060"/>
                </a:solidFill>
              </a:rPr>
              <a:t>TABLE OF CONTENTS</a:t>
            </a:r>
            <a:endParaRPr dirty="0">
              <a:solidFill>
                <a:srgbClr val="002060"/>
              </a:solidFill>
            </a:endParaRPr>
          </a:p>
        </p:txBody>
      </p:sp>
      <p:sp>
        <p:nvSpPr>
          <p:cNvPr id="931" name="Google Shape;931;p110"/>
          <p:cNvSpPr txBox="1">
            <a:spLocks noGrp="1"/>
          </p:cNvSpPr>
          <p:nvPr>
            <p:ph type="ctrTitle" idx="4294967295"/>
          </p:nvPr>
        </p:nvSpPr>
        <p:spPr>
          <a:xfrm>
            <a:off x="3572981" y="1741041"/>
            <a:ext cx="1841500" cy="57785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02</a:t>
            </a:r>
            <a:endParaRPr dirty="0"/>
          </a:p>
        </p:txBody>
      </p:sp>
      <p:sp>
        <p:nvSpPr>
          <p:cNvPr id="932" name="Google Shape;932;p110"/>
          <p:cNvSpPr txBox="1">
            <a:spLocks noGrp="1"/>
          </p:cNvSpPr>
          <p:nvPr>
            <p:ph type="subTitle" idx="4294967295"/>
          </p:nvPr>
        </p:nvSpPr>
        <p:spPr>
          <a:xfrm>
            <a:off x="3651250" y="2235644"/>
            <a:ext cx="1841500" cy="368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dirty="0"/>
              <a:t>UI DESIGN </a:t>
            </a:r>
            <a:endParaRPr dirty="0"/>
          </a:p>
        </p:txBody>
      </p:sp>
      <p:sp>
        <p:nvSpPr>
          <p:cNvPr id="933" name="Google Shape;933;p110"/>
          <p:cNvSpPr txBox="1">
            <a:spLocks noGrp="1"/>
          </p:cNvSpPr>
          <p:nvPr>
            <p:ph type="ctrTitle" idx="4294967295"/>
          </p:nvPr>
        </p:nvSpPr>
        <p:spPr>
          <a:xfrm>
            <a:off x="6852820" y="1673736"/>
            <a:ext cx="1817687" cy="57785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03</a:t>
            </a:r>
            <a:endParaRPr dirty="0"/>
          </a:p>
        </p:txBody>
      </p:sp>
      <p:sp>
        <p:nvSpPr>
          <p:cNvPr id="934" name="Google Shape;934;p110"/>
          <p:cNvSpPr txBox="1">
            <a:spLocks noGrp="1"/>
          </p:cNvSpPr>
          <p:nvPr>
            <p:ph type="subTitle" idx="4294967295"/>
          </p:nvPr>
        </p:nvSpPr>
        <p:spPr>
          <a:xfrm>
            <a:off x="6622089" y="2266826"/>
            <a:ext cx="2332234" cy="72998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dirty="0"/>
              <a:t>CONCLUSION</a:t>
            </a:r>
          </a:p>
          <a:p>
            <a:pPr marL="0" lvl="0" indent="0" algn="ctr" rtl="0">
              <a:spcBef>
                <a:spcPts val="0"/>
              </a:spcBef>
              <a:spcAft>
                <a:spcPts val="0"/>
              </a:spcAft>
              <a:buClr>
                <a:schemeClr val="dk1"/>
              </a:buClr>
              <a:buSzPts val="1100"/>
              <a:buFont typeface="Arial"/>
              <a:buNone/>
            </a:pPr>
            <a:endParaRPr dirty="0"/>
          </a:p>
        </p:txBody>
      </p:sp>
      <p:sp>
        <p:nvSpPr>
          <p:cNvPr id="935" name="Google Shape;935;p110"/>
          <p:cNvSpPr txBox="1">
            <a:spLocks noGrp="1"/>
          </p:cNvSpPr>
          <p:nvPr>
            <p:ph type="ctrTitle" idx="4294967295"/>
          </p:nvPr>
        </p:nvSpPr>
        <p:spPr>
          <a:xfrm>
            <a:off x="363901" y="1706608"/>
            <a:ext cx="1887538" cy="57785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01</a:t>
            </a:r>
            <a:endParaRPr dirty="0"/>
          </a:p>
        </p:txBody>
      </p:sp>
      <p:sp>
        <p:nvSpPr>
          <p:cNvPr id="936" name="Google Shape;936;p110"/>
          <p:cNvSpPr txBox="1">
            <a:spLocks noGrp="1"/>
          </p:cNvSpPr>
          <p:nvPr>
            <p:ph type="subTitle" idx="4294967295"/>
          </p:nvPr>
        </p:nvSpPr>
        <p:spPr>
          <a:xfrm>
            <a:off x="346313" y="2235644"/>
            <a:ext cx="1882775" cy="368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dirty="0">
                <a:latin typeface="Roboto Condensed Light" panose="020B0604020202020204" charset="0"/>
                <a:ea typeface="Roboto Condensed Light" panose="020B0604020202020204" charset="0"/>
              </a:rPr>
              <a:t>INTRODUCTION</a:t>
            </a:r>
            <a:endParaRPr dirty="0">
              <a:latin typeface="Roboto Condensed Light" panose="020B0604020202020204" charset="0"/>
              <a:ea typeface="Roboto Condensed Light" panose="020B0604020202020204" charset="0"/>
            </a:endParaRPr>
          </a:p>
        </p:txBody>
      </p:sp>
      <p:sp>
        <p:nvSpPr>
          <p:cNvPr id="23" name="Rectangle 22">
            <a:extLst>
              <a:ext uri="{FF2B5EF4-FFF2-40B4-BE49-F238E27FC236}">
                <a16:creationId xmlns:a16="http://schemas.microsoft.com/office/drawing/2014/main" id="{FF50C98D-A5F0-4CC4-ADEA-7A2AB2B53B22}"/>
              </a:ext>
            </a:extLst>
          </p:cNvPr>
          <p:cNvSpPr/>
          <p:nvPr/>
        </p:nvSpPr>
        <p:spPr>
          <a:xfrm>
            <a:off x="3184988" y="1633591"/>
            <a:ext cx="2681555" cy="1602770"/>
          </a:xfrm>
          <a:prstGeom prst="rect">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F50C98D-A5F0-4CC4-ADEA-7A2AB2B53B22}"/>
              </a:ext>
            </a:extLst>
          </p:cNvPr>
          <p:cNvSpPr/>
          <p:nvPr/>
        </p:nvSpPr>
        <p:spPr>
          <a:xfrm>
            <a:off x="251318" y="1648608"/>
            <a:ext cx="2178124" cy="1602770"/>
          </a:xfrm>
          <a:prstGeom prst="rect">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FF50C98D-A5F0-4CC4-ADEA-7A2AB2B53B22}"/>
              </a:ext>
            </a:extLst>
          </p:cNvPr>
          <p:cNvSpPr/>
          <p:nvPr/>
        </p:nvSpPr>
        <p:spPr>
          <a:xfrm>
            <a:off x="6622089" y="1618409"/>
            <a:ext cx="2279150" cy="1602770"/>
          </a:xfrm>
          <a:prstGeom prst="rect">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24"/>
        <p:cNvGrpSpPr/>
        <p:nvPr/>
      </p:nvGrpSpPr>
      <p:grpSpPr>
        <a:xfrm>
          <a:off x="0" y="0"/>
          <a:ext cx="0" cy="0"/>
          <a:chOff x="0" y="0"/>
          <a:chExt cx="0" cy="0"/>
        </a:xfrm>
      </p:grpSpPr>
      <p:sp>
        <p:nvSpPr>
          <p:cNvPr id="825" name="Google Shape;825;p100"/>
          <p:cNvSpPr txBox="1">
            <a:spLocks noGrp="1"/>
          </p:cNvSpPr>
          <p:nvPr>
            <p:ph type="subTitle" idx="1"/>
          </p:nvPr>
        </p:nvSpPr>
        <p:spPr>
          <a:xfrm>
            <a:off x="1068149" y="1215152"/>
            <a:ext cx="7181999" cy="3724064"/>
          </a:xfrm>
          <a:prstGeom prst="rect">
            <a:avLst/>
          </a:prstGeom>
        </p:spPr>
        <p:txBody>
          <a:bodyPr spcFirstLastPara="1" wrap="square" lIns="91425" tIns="91425" rIns="91425" bIns="91425" anchor="t" anchorCtr="0">
            <a:noAutofit/>
          </a:bodyPr>
          <a:lstStyle/>
          <a:p>
            <a:pPr marL="0" lvl="0" indent="0" algn="l"/>
            <a:r>
              <a:rPr lang="en-US" sz="1800" dirty="0">
                <a:solidFill>
                  <a:schemeClr val="tx1"/>
                </a:solidFill>
              </a:rPr>
              <a:t>User interface (UI) design is crucial in shaping user experiences and the success of software applications. This report will walk you through our project. It covers the implementation stage, turning design concepts into interactive experiences, and offers insights for designers, developers, and stakeholders.</a:t>
            </a:r>
          </a:p>
          <a:p>
            <a:pPr marL="0" lvl="0" indent="0" algn="l"/>
            <a:endParaRPr lang="en-US" sz="1800" dirty="0">
              <a:solidFill>
                <a:schemeClr val="tx1"/>
              </a:solidFill>
            </a:endParaRPr>
          </a:p>
          <a:p>
            <a:pPr marL="0" lvl="0" indent="0" algn="l"/>
            <a:r>
              <a:rPr lang="en-US" sz="1800" dirty="0">
                <a:solidFill>
                  <a:schemeClr val="tx1"/>
                </a:solidFill>
              </a:rPr>
              <a:t> The report aims to advance user-centered design practices, creating attractive and functional digital products, and inspire the application of these principles to enhance user satisfaction, engagement, and productivity.</a:t>
            </a:r>
            <a:endParaRPr sz="1800" dirty="0">
              <a:solidFill>
                <a:schemeClr val="tx1"/>
              </a:solidFill>
            </a:endParaRPr>
          </a:p>
        </p:txBody>
      </p:sp>
      <p:sp>
        <p:nvSpPr>
          <p:cNvPr id="827" name="Google Shape;827;p100"/>
          <p:cNvSpPr txBox="1">
            <a:spLocks noGrp="1"/>
          </p:cNvSpPr>
          <p:nvPr>
            <p:ph type="title" idx="2"/>
          </p:nvPr>
        </p:nvSpPr>
        <p:spPr>
          <a:xfrm>
            <a:off x="2096014" y="-75134"/>
            <a:ext cx="3489960" cy="1098000"/>
          </a:xfrm>
          <a:prstGeom prst="rect">
            <a:avLst/>
          </a:prstGeom>
        </p:spPr>
        <p:txBody>
          <a:bodyPr spcFirstLastPara="1" wrap="square" lIns="91425" tIns="91425" rIns="91425" bIns="91425" anchor="ctr" anchorCtr="0">
            <a:noAutofit/>
          </a:bodyPr>
          <a:lstStyle/>
          <a:p>
            <a:pPr marL="0" lvl="0" indent="0" rtl="0">
              <a:spcBef>
                <a:spcPts val="0"/>
              </a:spcBef>
              <a:spcAft>
                <a:spcPts val="0"/>
              </a:spcAft>
              <a:buClr>
                <a:schemeClr val="dk1"/>
              </a:buClr>
              <a:buSzPts val="1100"/>
              <a:buFont typeface="Arial"/>
              <a:buNone/>
            </a:pPr>
            <a:r>
              <a:rPr lang="en" sz="3600" dirty="0">
                <a:solidFill>
                  <a:srgbClr val="002060"/>
                </a:solidFill>
              </a:rPr>
              <a:t>01. INTRODUCTION</a:t>
            </a:r>
            <a:endParaRPr sz="3600" dirty="0">
              <a:solidFill>
                <a:srgbClr val="002060"/>
              </a:solidFill>
            </a:endParaRPr>
          </a:p>
        </p:txBody>
      </p:sp>
      <p:sp>
        <p:nvSpPr>
          <p:cNvPr id="4" name="TextBox 3">
            <a:extLst>
              <a:ext uri="{FF2B5EF4-FFF2-40B4-BE49-F238E27FC236}">
                <a16:creationId xmlns:a16="http://schemas.microsoft.com/office/drawing/2014/main" id="{457D84BB-B635-41D5-B8C5-B25ABD76C5FB}"/>
              </a:ext>
            </a:extLst>
          </p:cNvPr>
          <p:cNvSpPr txBox="1"/>
          <p:nvPr/>
        </p:nvSpPr>
        <p:spPr>
          <a:xfrm>
            <a:off x="2235598" y="792033"/>
            <a:ext cx="2003461" cy="461665"/>
          </a:xfrm>
          <a:prstGeom prst="rect">
            <a:avLst/>
          </a:prstGeom>
          <a:noFill/>
        </p:spPr>
        <p:txBody>
          <a:bodyPr wrap="square" rtlCol="0">
            <a:spAutoFit/>
          </a:bodyPr>
          <a:lstStyle/>
          <a:p>
            <a:pPr algn="ctr"/>
            <a:r>
              <a:rPr lang="en-US" sz="2400" dirty="0">
                <a:solidFill>
                  <a:srgbClr val="002060"/>
                </a:solidFill>
                <a:latin typeface="Squada One" panose="020B0604020202020204" charset="0"/>
              </a:rPr>
              <a:t>A.  FOREWORD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2" name="TextBox 1">
            <a:extLst>
              <a:ext uri="{FF2B5EF4-FFF2-40B4-BE49-F238E27FC236}">
                <a16:creationId xmlns:a16="http://schemas.microsoft.com/office/drawing/2014/main" id="{55C56943-C9ED-4061-B8AC-4CC8AC1E2008}"/>
              </a:ext>
            </a:extLst>
          </p:cNvPr>
          <p:cNvSpPr txBox="1"/>
          <p:nvPr/>
        </p:nvSpPr>
        <p:spPr>
          <a:xfrm>
            <a:off x="3414959" y="368064"/>
            <a:ext cx="2842260" cy="461665"/>
          </a:xfrm>
          <a:prstGeom prst="rect">
            <a:avLst/>
          </a:prstGeom>
          <a:noFill/>
        </p:spPr>
        <p:txBody>
          <a:bodyPr wrap="square" rtlCol="0">
            <a:spAutoFit/>
          </a:bodyPr>
          <a:lstStyle/>
          <a:p>
            <a:pPr algn="ctr"/>
            <a:r>
              <a:rPr lang="en-US" sz="2400" dirty="0">
                <a:solidFill>
                  <a:srgbClr val="002060"/>
                </a:solidFill>
                <a:latin typeface="Squada One" panose="020B0604020202020204" charset="0"/>
              </a:rPr>
              <a:t>B.  RELATION TO SCOPE</a:t>
            </a:r>
          </a:p>
        </p:txBody>
      </p:sp>
      <p:sp>
        <p:nvSpPr>
          <p:cNvPr id="5" name="TextBox 4">
            <a:extLst>
              <a:ext uri="{FF2B5EF4-FFF2-40B4-BE49-F238E27FC236}">
                <a16:creationId xmlns:a16="http://schemas.microsoft.com/office/drawing/2014/main" id="{98234BBD-45EC-47C8-9968-B1AEB95AA1CE}"/>
              </a:ext>
            </a:extLst>
          </p:cNvPr>
          <p:cNvSpPr txBox="1"/>
          <p:nvPr/>
        </p:nvSpPr>
        <p:spPr>
          <a:xfrm>
            <a:off x="1618407" y="1155978"/>
            <a:ext cx="6821586" cy="2554545"/>
          </a:xfrm>
          <a:prstGeom prst="rect">
            <a:avLst/>
          </a:prstGeom>
          <a:noFill/>
        </p:spPr>
        <p:txBody>
          <a:bodyPr wrap="square" rtlCol="0">
            <a:spAutoFit/>
          </a:bodyPr>
          <a:lstStyle/>
          <a:p>
            <a:r>
              <a:rPr lang="en-US" sz="1800" dirty="0">
                <a:latin typeface="Roboto Condensed Light" panose="020B0604020202020204" charset="0"/>
                <a:ea typeface="Roboto Condensed Light" panose="020B0604020202020204" charset="0"/>
              </a:rPr>
              <a:t>In a fingerprint attendance recording application, the user interface (UI) design and implementation phases are critical to ensuring a seamless, efficient, and user-friendly experience. </a:t>
            </a:r>
          </a:p>
          <a:p>
            <a:endParaRPr lang="en-US" sz="1800" dirty="0">
              <a:latin typeface="Roboto Condensed Light" panose="020B0604020202020204" charset="0"/>
              <a:ea typeface="Roboto Condensed Light" panose="020B0604020202020204" charset="0"/>
            </a:endParaRPr>
          </a:p>
          <a:p>
            <a:r>
              <a:rPr lang="en-US" sz="1800" dirty="0">
                <a:latin typeface="Roboto Condensed Light" panose="020B0604020202020204" charset="0"/>
                <a:ea typeface="Roboto Condensed Light" panose="020B0604020202020204" charset="0"/>
              </a:rPr>
              <a:t>The success of such an application relies heavily on intuitive design and robust implementation, making these phases crucial to its overall functionality and user adoption. Below are a few steps used in designing it.</a:t>
            </a:r>
          </a:p>
          <a:p>
            <a:endParaRPr lang="en-US" sz="1600" dirty="0">
              <a:solidFill>
                <a:schemeClr val="bg1"/>
              </a:solidFill>
              <a:latin typeface="Roboto Condensed Light" panose="020B0604020202020204" charset="0"/>
              <a:ea typeface="Roboto Condensed Light" panose="020B060402020202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4" name="TextBox 3">
            <a:extLst>
              <a:ext uri="{FF2B5EF4-FFF2-40B4-BE49-F238E27FC236}">
                <a16:creationId xmlns:a16="http://schemas.microsoft.com/office/drawing/2014/main" id="{906FBBE5-5652-44B9-BB8F-B3F854185C03}"/>
              </a:ext>
            </a:extLst>
          </p:cNvPr>
          <p:cNvSpPr txBox="1"/>
          <p:nvPr/>
        </p:nvSpPr>
        <p:spPr>
          <a:xfrm>
            <a:off x="4861560" y="443002"/>
            <a:ext cx="4396740" cy="1200329"/>
          </a:xfrm>
          <a:prstGeom prst="rect">
            <a:avLst/>
          </a:prstGeom>
          <a:noFill/>
        </p:spPr>
        <p:txBody>
          <a:bodyPr wrap="square" rtlCol="0">
            <a:spAutoFit/>
          </a:bodyPr>
          <a:lstStyle/>
          <a:p>
            <a:r>
              <a:rPr lang="en-US" sz="3600" dirty="0">
                <a:solidFill>
                  <a:srgbClr val="002060"/>
                </a:solidFill>
                <a:latin typeface="Squada One" panose="020B0604020202020204" charset="0"/>
              </a:rPr>
              <a:t>02.  UI (USER INTERFACE) DESIGN</a:t>
            </a:r>
          </a:p>
        </p:txBody>
      </p:sp>
      <p:sp>
        <p:nvSpPr>
          <p:cNvPr id="7" name="TextBox 6">
            <a:extLst>
              <a:ext uri="{FF2B5EF4-FFF2-40B4-BE49-F238E27FC236}">
                <a16:creationId xmlns:a16="http://schemas.microsoft.com/office/drawing/2014/main" id="{9527091C-BBF0-4AE0-9A93-7552DC31339D}"/>
              </a:ext>
            </a:extLst>
          </p:cNvPr>
          <p:cNvSpPr txBox="1"/>
          <p:nvPr/>
        </p:nvSpPr>
        <p:spPr>
          <a:xfrm>
            <a:off x="4861560" y="2063473"/>
            <a:ext cx="4061460" cy="1446550"/>
          </a:xfrm>
          <a:prstGeom prst="rect">
            <a:avLst/>
          </a:prstGeom>
          <a:noFill/>
        </p:spPr>
        <p:txBody>
          <a:bodyPr wrap="square" rtlCol="0">
            <a:spAutoFit/>
          </a:bodyPr>
          <a:lstStyle/>
          <a:p>
            <a:r>
              <a:rPr lang="en-US" sz="1800" dirty="0" err="1">
                <a:latin typeface="Roboto Condensed Light" panose="020B0604020202020204" charset="0"/>
                <a:ea typeface="Roboto Condensed Light" panose="020B0604020202020204" charset="0"/>
              </a:rPr>
              <a:t>Figma</a:t>
            </a:r>
            <a:r>
              <a:rPr lang="en-US" sz="1800" dirty="0">
                <a:latin typeface="Roboto Condensed Light" panose="020B0604020202020204" charset="0"/>
                <a:ea typeface="Roboto Condensed Light" panose="020B0604020202020204" charset="0"/>
              </a:rPr>
              <a:t>  was used to design our UI. This entailed designing the various login pages’ interfaces for most tasks to be carried out.  The different pages are as follows:</a:t>
            </a:r>
          </a:p>
          <a:p>
            <a:endParaRPr lang="en-US" sz="1600" dirty="0">
              <a:solidFill>
                <a:schemeClr val="bg1"/>
              </a:solidFill>
              <a:latin typeface="Roboto Condensed Light" panose="020B0604020202020204" charset="0"/>
              <a:ea typeface="Roboto Condensed Light" panose="020B0604020202020204" charset="0"/>
            </a:endParaRPr>
          </a:p>
        </p:txBody>
      </p:sp>
      <p:pic>
        <p:nvPicPr>
          <p:cNvPr id="1026" name="Picture 2" descr="Figma free ic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662" y="0"/>
            <a:ext cx="4876800" cy="48768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4" name="TextBox 3">
            <a:extLst>
              <a:ext uri="{FF2B5EF4-FFF2-40B4-BE49-F238E27FC236}">
                <a16:creationId xmlns:a16="http://schemas.microsoft.com/office/drawing/2014/main" id="{906FBBE5-5652-44B9-BB8F-B3F854185C03}"/>
              </a:ext>
            </a:extLst>
          </p:cNvPr>
          <p:cNvSpPr txBox="1"/>
          <p:nvPr/>
        </p:nvSpPr>
        <p:spPr>
          <a:xfrm>
            <a:off x="4335780" y="449580"/>
            <a:ext cx="3962400" cy="461665"/>
          </a:xfrm>
          <a:prstGeom prst="rect">
            <a:avLst/>
          </a:prstGeom>
          <a:noFill/>
        </p:spPr>
        <p:txBody>
          <a:bodyPr wrap="square" rtlCol="0">
            <a:spAutoFit/>
          </a:bodyPr>
          <a:lstStyle/>
          <a:p>
            <a:r>
              <a:rPr lang="en-US" sz="2400" dirty="0">
                <a:solidFill>
                  <a:srgbClr val="002060"/>
                </a:solidFill>
                <a:latin typeface="Squada One" panose="020B0604020202020204" charset="0"/>
              </a:rPr>
              <a:t>A.  WELCOME PAGE</a:t>
            </a:r>
          </a:p>
        </p:txBody>
      </p:sp>
      <p:sp>
        <p:nvSpPr>
          <p:cNvPr id="7" name="TextBox 6">
            <a:extLst>
              <a:ext uri="{FF2B5EF4-FFF2-40B4-BE49-F238E27FC236}">
                <a16:creationId xmlns:a16="http://schemas.microsoft.com/office/drawing/2014/main" id="{9527091C-BBF0-4AE0-9A93-7552DC31339D}"/>
              </a:ext>
            </a:extLst>
          </p:cNvPr>
          <p:cNvSpPr txBox="1"/>
          <p:nvPr/>
        </p:nvSpPr>
        <p:spPr>
          <a:xfrm>
            <a:off x="4335780" y="1301473"/>
            <a:ext cx="4061460" cy="1723549"/>
          </a:xfrm>
          <a:prstGeom prst="rect">
            <a:avLst/>
          </a:prstGeom>
          <a:noFill/>
        </p:spPr>
        <p:txBody>
          <a:bodyPr wrap="square" rtlCol="0">
            <a:spAutoFit/>
          </a:bodyPr>
          <a:lstStyle/>
          <a:p>
            <a:r>
              <a:rPr lang="en-US" sz="1800" dirty="0">
                <a:latin typeface="Roboto Condensed Light" panose="020B0604020202020204" charset="0"/>
                <a:ea typeface="Roboto Condensed Light" panose="020B0604020202020204" charset="0"/>
              </a:rPr>
              <a:t>This is the first page that appears when the application is opened. It displays a welcome message and a "Get Started" button. Clicking on the button takes the user to the login page.</a:t>
            </a:r>
          </a:p>
          <a:p>
            <a:endParaRPr lang="en-US" sz="1600" dirty="0">
              <a:solidFill>
                <a:schemeClr val="bg1"/>
              </a:solidFill>
              <a:latin typeface="Roboto Condensed Light" panose="020B0604020202020204" charset="0"/>
              <a:ea typeface="Roboto Condensed Light" panose="020B0604020202020204" charset="0"/>
            </a:endParaRPr>
          </a:p>
        </p:txBody>
      </p:sp>
      <p:pic>
        <p:nvPicPr>
          <p:cNvPr id="3" name="Picture 2">
            <a:extLst>
              <a:ext uri="{FF2B5EF4-FFF2-40B4-BE49-F238E27FC236}">
                <a16:creationId xmlns:a16="http://schemas.microsoft.com/office/drawing/2014/main" id="{6D069AAE-B758-4760-B139-226CF68767D9}"/>
              </a:ext>
            </a:extLst>
          </p:cNvPr>
          <p:cNvPicPr>
            <a:picLocks noChangeAspect="1"/>
          </p:cNvPicPr>
          <p:nvPr/>
        </p:nvPicPr>
        <p:blipFill>
          <a:blip r:embed="rId3"/>
          <a:stretch>
            <a:fillRect/>
          </a:stretch>
        </p:blipFill>
        <p:spPr>
          <a:xfrm>
            <a:off x="99060" y="76200"/>
            <a:ext cx="3329940" cy="4983479"/>
          </a:xfrm>
          <a:prstGeom prst="rect">
            <a:avLst/>
          </a:prstGeom>
        </p:spPr>
      </p:pic>
    </p:spTree>
    <p:extLst>
      <p:ext uri="{BB962C8B-B14F-4D97-AF65-F5344CB8AC3E}">
        <p14:creationId xmlns:p14="http://schemas.microsoft.com/office/powerpoint/2010/main" val="562666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4" name="TextBox 3">
            <a:extLst>
              <a:ext uri="{FF2B5EF4-FFF2-40B4-BE49-F238E27FC236}">
                <a16:creationId xmlns:a16="http://schemas.microsoft.com/office/drawing/2014/main" id="{906FBBE5-5652-44B9-BB8F-B3F854185C03}"/>
              </a:ext>
            </a:extLst>
          </p:cNvPr>
          <p:cNvSpPr txBox="1"/>
          <p:nvPr/>
        </p:nvSpPr>
        <p:spPr>
          <a:xfrm>
            <a:off x="4343400" y="563880"/>
            <a:ext cx="4229100" cy="461665"/>
          </a:xfrm>
          <a:prstGeom prst="rect">
            <a:avLst/>
          </a:prstGeom>
          <a:noFill/>
        </p:spPr>
        <p:txBody>
          <a:bodyPr wrap="square" rtlCol="0">
            <a:spAutoFit/>
          </a:bodyPr>
          <a:lstStyle/>
          <a:p>
            <a:r>
              <a:rPr lang="en-US" sz="2400" dirty="0">
                <a:solidFill>
                  <a:srgbClr val="002060"/>
                </a:solidFill>
                <a:latin typeface="Squada One" panose="020B0604020202020204" charset="0"/>
              </a:rPr>
              <a:t>B.  LOGIN PAGE</a:t>
            </a:r>
          </a:p>
        </p:txBody>
      </p:sp>
      <p:sp>
        <p:nvSpPr>
          <p:cNvPr id="7" name="TextBox 6">
            <a:extLst>
              <a:ext uri="{FF2B5EF4-FFF2-40B4-BE49-F238E27FC236}">
                <a16:creationId xmlns:a16="http://schemas.microsoft.com/office/drawing/2014/main" id="{9527091C-BBF0-4AE0-9A93-7552DC31339D}"/>
              </a:ext>
            </a:extLst>
          </p:cNvPr>
          <p:cNvSpPr txBox="1"/>
          <p:nvPr/>
        </p:nvSpPr>
        <p:spPr>
          <a:xfrm>
            <a:off x="4343400" y="1266527"/>
            <a:ext cx="4511040" cy="1754326"/>
          </a:xfrm>
          <a:prstGeom prst="rect">
            <a:avLst/>
          </a:prstGeom>
          <a:noFill/>
        </p:spPr>
        <p:txBody>
          <a:bodyPr wrap="square" rtlCol="0">
            <a:spAutoFit/>
          </a:bodyPr>
          <a:lstStyle/>
          <a:p>
            <a:r>
              <a:rPr lang="en-US" sz="1800" dirty="0">
                <a:latin typeface="Roboto Condensed Light" panose="020B0604020202020204" charset="0"/>
                <a:ea typeface="Roboto Condensed Light" panose="020B0604020202020204" charset="0"/>
              </a:rPr>
              <a:t>This is the first page that appears after the welcome page. On this page, users must enter their email address and password. They are then prompted to choose whether they are logging in as an admin or a lecturer. The following occur based on the user's choice</a:t>
            </a:r>
            <a:endParaRPr lang="en-US" sz="1800" dirty="0">
              <a:solidFill>
                <a:schemeClr val="bg1"/>
              </a:solidFill>
              <a:latin typeface="Roboto Condensed Light" panose="020B0604020202020204" charset="0"/>
              <a:ea typeface="Roboto Condensed Light" panose="020B0604020202020204" charset="0"/>
            </a:endParaRPr>
          </a:p>
        </p:txBody>
      </p:sp>
      <p:pic>
        <p:nvPicPr>
          <p:cNvPr id="3" name="Picture 2">
            <a:extLst>
              <a:ext uri="{FF2B5EF4-FFF2-40B4-BE49-F238E27FC236}">
                <a16:creationId xmlns:a16="http://schemas.microsoft.com/office/drawing/2014/main" id="{02098410-8D3F-4D10-AD6E-78CDF8286F44}"/>
              </a:ext>
            </a:extLst>
          </p:cNvPr>
          <p:cNvPicPr>
            <a:picLocks noChangeAspect="1"/>
          </p:cNvPicPr>
          <p:nvPr/>
        </p:nvPicPr>
        <p:blipFill>
          <a:blip r:embed="rId3"/>
          <a:stretch>
            <a:fillRect/>
          </a:stretch>
        </p:blipFill>
        <p:spPr>
          <a:xfrm>
            <a:off x="83820" y="121920"/>
            <a:ext cx="3230880" cy="5021580"/>
          </a:xfrm>
          <a:prstGeom prst="rect">
            <a:avLst/>
          </a:prstGeom>
        </p:spPr>
      </p:pic>
    </p:spTree>
    <p:extLst>
      <p:ext uri="{BB962C8B-B14F-4D97-AF65-F5344CB8AC3E}">
        <p14:creationId xmlns:p14="http://schemas.microsoft.com/office/powerpoint/2010/main" val="483834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4" name="TextBox 3">
            <a:extLst>
              <a:ext uri="{FF2B5EF4-FFF2-40B4-BE49-F238E27FC236}">
                <a16:creationId xmlns:a16="http://schemas.microsoft.com/office/drawing/2014/main" id="{906FBBE5-5652-44B9-BB8F-B3F854185C03}"/>
              </a:ext>
            </a:extLst>
          </p:cNvPr>
          <p:cNvSpPr txBox="1"/>
          <p:nvPr/>
        </p:nvSpPr>
        <p:spPr>
          <a:xfrm>
            <a:off x="4572000" y="450622"/>
            <a:ext cx="4396740" cy="461665"/>
          </a:xfrm>
          <a:prstGeom prst="rect">
            <a:avLst/>
          </a:prstGeom>
          <a:noFill/>
        </p:spPr>
        <p:txBody>
          <a:bodyPr wrap="square" rtlCol="0">
            <a:spAutoFit/>
          </a:bodyPr>
          <a:lstStyle/>
          <a:p>
            <a:r>
              <a:rPr lang="en-US" sz="2400" dirty="0">
                <a:solidFill>
                  <a:srgbClr val="002060"/>
                </a:solidFill>
                <a:latin typeface="Squada One" panose="020B0604020202020204" charset="0"/>
              </a:rPr>
              <a:t>C.  SIGN UP PAGE</a:t>
            </a:r>
          </a:p>
        </p:txBody>
      </p:sp>
      <p:sp>
        <p:nvSpPr>
          <p:cNvPr id="7" name="TextBox 6">
            <a:extLst>
              <a:ext uri="{FF2B5EF4-FFF2-40B4-BE49-F238E27FC236}">
                <a16:creationId xmlns:a16="http://schemas.microsoft.com/office/drawing/2014/main" id="{9527091C-BBF0-4AE0-9A93-7552DC31339D}"/>
              </a:ext>
            </a:extLst>
          </p:cNvPr>
          <p:cNvSpPr txBox="1"/>
          <p:nvPr/>
        </p:nvSpPr>
        <p:spPr>
          <a:xfrm>
            <a:off x="4572000" y="1238503"/>
            <a:ext cx="4396740" cy="1446550"/>
          </a:xfrm>
          <a:prstGeom prst="rect">
            <a:avLst/>
          </a:prstGeom>
          <a:noFill/>
        </p:spPr>
        <p:txBody>
          <a:bodyPr wrap="square" rtlCol="0">
            <a:spAutoFit/>
          </a:bodyPr>
          <a:lstStyle/>
          <a:p>
            <a:r>
              <a:rPr lang="en-US" sz="1800" dirty="0">
                <a:latin typeface="Roboto Condensed Light" panose="020B0604020202020204" charset="0"/>
                <a:ea typeface="Roboto Condensed Light" panose="020B0604020202020204" charset="0"/>
              </a:rPr>
              <a:t>This page is for new lecturers who don't have an account yet. To access this page, the lecturer should click on the "Don't have an account yet? Sign up" option on the page. </a:t>
            </a:r>
          </a:p>
          <a:p>
            <a:endParaRPr lang="en-US" sz="1600" dirty="0">
              <a:solidFill>
                <a:schemeClr val="bg1"/>
              </a:solidFill>
              <a:latin typeface="Roboto Condensed Light" panose="020B0604020202020204" charset="0"/>
              <a:ea typeface="Roboto Condensed Light" panose="020B0604020202020204" charset="0"/>
            </a:endParaRPr>
          </a:p>
        </p:txBody>
      </p:sp>
      <p:pic>
        <p:nvPicPr>
          <p:cNvPr id="6" name="Picture 5"/>
          <p:cNvPicPr/>
          <p:nvPr/>
        </p:nvPicPr>
        <p:blipFill rotWithShape="1">
          <a:blip r:embed="rId3"/>
          <a:srcRect t="5393" r="7498"/>
          <a:stretch/>
        </p:blipFill>
        <p:spPr>
          <a:xfrm>
            <a:off x="0" y="0"/>
            <a:ext cx="3626778" cy="5143500"/>
          </a:xfrm>
          <a:prstGeom prst="rect">
            <a:avLst/>
          </a:prstGeom>
        </p:spPr>
      </p:pic>
    </p:spTree>
    <p:extLst>
      <p:ext uri="{BB962C8B-B14F-4D97-AF65-F5344CB8AC3E}">
        <p14:creationId xmlns:p14="http://schemas.microsoft.com/office/powerpoint/2010/main" val="3850700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4" name="TextBox 3">
            <a:extLst>
              <a:ext uri="{FF2B5EF4-FFF2-40B4-BE49-F238E27FC236}">
                <a16:creationId xmlns:a16="http://schemas.microsoft.com/office/drawing/2014/main" id="{906FBBE5-5652-44B9-BB8F-B3F854185C03}"/>
              </a:ext>
            </a:extLst>
          </p:cNvPr>
          <p:cNvSpPr txBox="1"/>
          <p:nvPr/>
        </p:nvSpPr>
        <p:spPr>
          <a:xfrm>
            <a:off x="4572000" y="579120"/>
            <a:ext cx="4267200" cy="461665"/>
          </a:xfrm>
          <a:prstGeom prst="rect">
            <a:avLst/>
          </a:prstGeom>
          <a:noFill/>
        </p:spPr>
        <p:txBody>
          <a:bodyPr wrap="square" rtlCol="0">
            <a:spAutoFit/>
          </a:bodyPr>
          <a:lstStyle/>
          <a:p>
            <a:r>
              <a:rPr lang="en-US" sz="2400" dirty="0">
                <a:solidFill>
                  <a:srgbClr val="002060"/>
                </a:solidFill>
                <a:latin typeface="Squada One" panose="020B0604020202020204" charset="0"/>
              </a:rPr>
              <a:t>D.  ADMIN DASHBOARD</a:t>
            </a:r>
          </a:p>
        </p:txBody>
      </p:sp>
      <p:sp>
        <p:nvSpPr>
          <p:cNvPr id="7" name="TextBox 6">
            <a:extLst>
              <a:ext uri="{FF2B5EF4-FFF2-40B4-BE49-F238E27FC236}">
                <a16:creationId xmlns:a16="http://schemas.microsoft.com/office/drawing/2014/main" id="{9527091C-BBF0-4AE0-9A93-7552DC31339D}"/>
              </a:ext>
            </a:extLst>
          </p:cNvPr>
          <p:cNvSpPr txBox="1"/>
          <p:nvPr/>
        </p:nvSpPr>
        <p:spPr>
          <a:xfrm>
            <a:off x="4572000" y="1369178"/>
            <a:ext cx="4495800" cy="2554545"/>
          </a:xfrm>
          <a:prstGeom prst="rect">
            <a:avLst/>
          </a:prstGeom>
          <a:noFill/>
        </p:spPr>
        <p:txBody>
          <a:bodyPr wrap="square" rtlCol="0">
            <a:spAutoFit/>
          </a:bodyPr>
          <a:lstStyle/>
          <a:p>
            <a:r>
              <a:rPr lang="en-US" sz="1800" dirty="0">
                <a:latin typeface="Roboto Condensed Light" panose="020B0604020202020204" charset="0"/>
                <a:ea typeface="Roboto Condensed Light" panose="020B0604020202020204" charset="0"/>
              </a:rPr>
              <a:t>This account opens if an admin account with the entered credentials exists. The admin dashboard provides access to various functionalities such as adding students, viewing attendance, managing lecturers, generating reports, and adding courses. The following pages and actions are available based on the selected option:</a:t>
            </a:r>
          </a:p>
          <a:p>
            <a:endParaRPr lang="en-US" sz="1600" dirty="0">
              <a:solidFill>
                <a:schemeClr val="bg1"/>
              </a:solidFill>
              <a:latin typeface="Roboto Condensed Light" panose="020B0604020202020204" charset="0"/>
              <a:ea typeface="Roboto Condensed Light" panose="020B0604020202020204" charset="0"/>
            </a:endParaRPr>
          </a:p>
        </p:txBody>
      </p:sp>
      <p:pic>
        <p:nvPicPr>
          <p:cNvPr id="8" name="Picture 7"/>
          <p:cNvPicPr/>
          <p:nvPr/>
        </p:nvPicPr>
        <p:blipFill rotWithShape="1">
          <a:blip r:embed="rId3"/>
          <a:srcRect l="2360" t="5866" r="3596"/>
          <a:stretch/>
        </p:blipFill>
        <p:spPr>
          <a:xfrm>
            <a:off x="0" y="0"/>
            <a:ext cx="3708971" cy="5292903"/>
          </a:xfrm>
          <a:prstGeom prst="rect">
            <a:avLst/>
          </a:prstGeom>
        </p:spPr>
      </p:pic>
    </p:spTree>
    <p:extLst>
      <p:ext uri="{BB962C8B-B14F-4D97-AF65-F5344CB8AC3E}">
        <p14:creationId xmlns:p14="http://schemas.microsoft.com/office/powerpoint/2010/main" val="242699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pic>
        <p:nvPicPr>
          <p:cNvPr id="6" name="Picture 5">
            <a:extLst>
              <a:ext uri="{FF2B5EF4-FFF2-40B4-BE49-F238E27FC236}">
                <a16:creationId xmlns:a16="http://schemas.microsoft.com/office/drawing/2014/main" id="{0CAF0B17-D2B7-468D-A7BD-AE55D651C519}"/>
              </a:ext>
            </a:extLst>
          </p:cNvPr>
          <p:cNvPicPr>
            <a:picLocks noChangeAspect="1"/>
          </p:cNvPicPr>
          <p:nvPr/>
        </p:nvPicPr>
        <p:blipFill>
          <a:blip r:embed="rId3"/>
          <a:stretch>
            <a:fillRect/>
          </a:stretch>
        </p:blipFill>
        <p:spPr>
          <a:xfrm>
            <a:off x="51460" y="53340"/>
            <a:ext cx="2982334" cy="5021580"/>
          </a:xfrm>
          <a:prstGeom prst="rect">
            <a:avLst/>
          </a:prstGeom>
        </p:spPr>
      </p:pic>
      <p:pic>
        <p:nvPicPr>
          <p:cNvPr id="10" name="Picture 9">
            <a:extLst>
              <a:ext uri="{FF2B5EF4-FFF2-40B4-BE49-F238E27FC236}">
                <a16:creationId xmlns:a16="http://schemas.microsoft.com/office/drawing/2014/main" id="{C47F6B21-B72E-43C9-B6EF-C81AC1888473}"/>
              </a:ext>
            </a:extLst>
          </p:cNvPr>
          <p:cNvPicPr>
            <a:picLocks noChangeAspect="1"/>
          </p:cNvPicPr>
          <p:nvPr/>
        </p:nvPicPr>
        <p:blipFill>
          <a:blip r:embed="rId4"/>
          <a:stretch>
            <a:fillRect/>
          </a:stretch>
        </p:blipFill>
        <p:spPr>
          <a:xfrm>
            <a:off x="3120232" y="121920"/>
            <a:ext cx="2903535" cy="4953000"/>
          </a:xfrm>
          <a:prstGeom prst="rect">
            <a:avLst/>
          </a:prstGeom>
        </p:spPr>
      </p:pic>
      <p:pic>
        <p:nvPicPr>
          <p:cNvPr id="12" name="Picture 11">
            <a:extLst>
              <a:ext uri="{FF2B5EF4-FFF2-40B4-BE49-F238E27FC236}">
                <a16:creationId xmlns:a16="http://schemas.microsoft.com/office/drawing/2014/main" id="{26FDFCF2-3593-4FBF-AF3C-92F8FD595DF8}"/>
              </a:ext>
            </a:extLst>
          </p:cNvPr>
          <p:cNvPicPr>
            <a:picLocks noChangeAspect="1"/>
          </p:cNvPicPr>
          <p:nvPr/>
        </p:nvPicPr>
        <p:blipFill>
          <a:blip r:embed="rId5"/>
          <a:stretch>
            <a:fillRect/>
          </a:stretch>
        </p:blipFill>
        <p:spPr>
          <a:xfrm>
            <a:off x="6196643" y="53340"/>
            <a:ext cx="2825976" cy="5021580"/>
          </a:xfrm>
          <a:prstGeom prst="rect">
            <a:avLst/>
          </a:prstGeom>
        </p:spPr>
      </p:pic>
    </p:spTree>
    <p:extLst>
      <p:ext uri="{BB962C8B-B14F-4D97-AF65-F5344CB8AC3E}">
        <p14:creationId xmlns:p14="http://schemas.microsoft.com/office/powerpoint/2010/main" val="2186341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pic>
        <p:nvPicPr>
          <p:cNvPr id="3" name="Picture 2">
            <a:extLst>
              <a:ext uri="{FF2B5EF4-FFF2-40B4-BE49-F238E27FC236}">
                <a16:creationId xmlns:a16="http://schemas.microsoft.com/office/drawing/2014/main" id="{DEB1E31C-1B0E-4A5F-8DA4-CC1048C03FB0}"/>
              </a:ext>
            </a:extLst>
          </p:cNvPr>
          <p:cNvPicPr>
            <a:picLocks noChangeAspect="1"/>
          </p:cNvPicPr>
          <p:nvPr/>
        </p:nvPicPr>
        <p:blipFill>
          <a:blip r:embed="rId3"/>
          <a:stretch>
            <a:fillRect/>
          </a:stretch>
        </p:blipFill>
        <p:spPr>
          <a:xfrm>
            <a:off x="1011503" y="-2631"/>
            <a:ext cx="3261091" cy="5085171"/>
          </a:xfrm>
          <a:prstGeom prst="rect">
            <a:avLst/>
          </a:prstGeom>
        </p:spPr>
      </p:pic>
      <p:pic>
        <p:nvPicPr>
          <p:cNvPr id="6" name="Picture 5">
            <a:extLst>
              <a:ext uri="{FF2B5EF4-FFF2-40B4-BE49-F238E27FC236}">
                <a16:creationId xmlns:a16="http://schemas.microsoft.com/office/drawing/2014/main" id="{70A679D6-3769-4681-94D9-13F7FB46D5CA}"/>
              </a:ext>
            </a:extLst>
          </p:cNvPr>
          <p:cNvPicPr>
            <a:picLocks noChangeAspect="1"/>
          </p:cNvPicPr>
          <p:nvPr/>
        </p:nvPicPr>
        <p:blipFill>
          <a:blip r:embed="rId4"/>
          <a:stretch>
            <a:fillRect/>
          </a:stretch>
        </p:blipFill>
        <p:spPr>
          <a:xfrm>
            <a:off x="4774301" y="-19748"/>
            <a:ext cx="3358195" cy="5163248"/>
          </a:xfrm>
          <a:prstGeom prst="rect">
            <a:avLst/>
          </a:prstGeom>
        </p:spPr>
      </p:pic>
    </p:spTree>
    <p:extLst>
      <p:ext uri="{BB962C8B-B14F-4D97-AF65-F5344CB8AC3E}">
        <p14:creationId xmlns:p14="http://schemas.microsoft.com/office/powerpoint/2010/main" val="753294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4" name="TextBox 3">
            <a:extLst>
              <a:ext uri="{FF2B5EF4-FFF2-40B4-BE49-F238E27FC236}">
                <a16:creationId xmlns:a16="http://schemas.microsoft.com/office/drawing/2014/main" id="{906FBBE5-5652-44B9-BB8F-B3F854185C03}"/>
              </a:ext>
            </a:extLst>
          </p:cNvPr>
          <p:cNvSpPr txBox="1"/>
          <p:nvPr/>
        </p:nvSpPr>
        <p:spPr>
          <a:xfrm>
            <a:off x="4393975" y="548640"/>
            <a:ext cx="4750025" cy="461665"/>
          </a:xfrm>
          <a:prstGeom prst="rect">
            <a:avLst/>
          </a:prstGeom>
          <a:noFill/>
        </p:spPr>
        <p:txBody>
          <a:bodyPr wrap="square" rtlCol="0">
            <a:spAutoFit/>
          </a:bodyPr>
          <a:lstStyle/>
          <a:p>
            <a:r>
              <a:rPr lang="en-US" sz="2400" dirty="0">
                <a:solidFill>
                  <a:srgbClr val="002060"/>
                </a:solidFill>
                <a:latin typeface="Squada One" panose="020B0604020202020204" charset="0"/>
              </a:rPr>
              <a:t>E.  LECTURER’S DASHBOARD</a:t>
            </a:r>
          </a:p>
        </p:txBody>
      </p:sp>
      <p:sp>
        <p:nvSpPr>
          <p:cNvPr id="7" name="TextBox 6">
            <a:extLst>
              <a:ext uri="{FF2B5EF4-FFF2-40B4-BE49-F238E27FC236}">
                <a16:creationId xmlns:a16="http://schemas.microsoft.com/office/drawing/2014/main" id="{9527091C-BBF0-4AE0-9A93-7552DC31339D}"/>
              </a:ext>
            </a:extLst>
          </p:cNvPr>
          <p:cNvSpPr txBox="1"/>
          <p:nvPr/>
        </p:nvSpPr>
        <p:spPr>
          <a:xfrm>
            <a:off x="4393975" y="1212024"/>
            <a:ext cx="4061460" cy="1446550"/>
          </a:xfrm>
          <a:prstGeom prst="rect">
            <a:avLst/>
          </a:prstGeom>
          <a:noFill/>
        </p:spPr>
        <p:txBody>
          <a:bodyPr wrap="square" rtlCol="0">
            <a:spAutoFit/>
          </a:bodyPr>
          <a:lstStyle/>
          <a:p>
            <a:r>
              <a:rPr lang="en-US" sz="1800" dirty="0">
                <a:latin typeface="Roboto Condensed Light" panose="020B0604020202020204" charset="0"/>
                <a:ea typeface="Roboto Condensed Light" panose="020B0604020202020204" charset="0"/>
              </a:rPr>
              <a:t>Lecturers can access the following pages: launch attendance, view attendance, info, manage attendance, and sign out. Each page is detailed below:</a:t>
            </a:r>
          </a:p>
          <a:p>
            <a:endParaRPr lang="en-US" sz="1600" dirty="0">
              <a:solidFill>
                <a:schemeClr val="bg1"/>
              </a:solidFill>
              <a:latin typeface="Roboto Condensed Light" panose="020B0604020202020204" charset="0"/>
              <a:ea typeface="Roboto Condensed Light" panose="020B0604020202020204" charset="0"/>
            </a:endParaRPr>
          </a:p>
        </p:txBody>
      </p:sp>
      <p:pic>
        <p:nvPicPr>
          <p:cNvPr id="6" name="Picture 5"/>
          <p:cNvPicPr/>
          <p:nvPr/>
        </p:nvPicPr>
        <p:blipFill rotWithShape="1">
          <a:blip r:embed="rId3"/>
          <a:srcRect t="6317" r="4562"/>
          <a:stretch/>
        </p:blipFill>
        <p:spPr>
          <a:xfrm>
            <a:off x="0" y="1"/>
            <a:ext cx="3616503" cy="5143500"/>
          </a:xfrm>
          <a:prstGeom prst="rect">
            <a:avLst/>
          </a:prstGeom>
        </p:spPr>
      </p:pic>
    </p:spTree>
    <p:extLst>
      <p:ext uri="{BB962C8B-B14F-4D97-AF65-F5344CB8AC3E}">
        <p14:creationId xmlns:p14="http://schemas.microsoft.com/office/powerpoint/2010/main" val="358296146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pic>
        <p:nvPicPr>
          <p:cNvPr id="3" name="Picture 2">
            <a:extLst>
              <a:ext uri="{FF2B5EF4-FFF2-40B4-BE49-F238E27FC236}">
                <a16:creationId xmlns:a16="http://schemas.microsoft.com/office/drawing/2014/main" id="{BDD06138-AA25-47D9-812E-ABB81D97528E}"/>
              </a:ext>
            </a:extLst>
          </p:cNvPr>
          <p:cNvPicPr>
            <a:picLocks noChangeAspect="1"/>
          </p:cNvPicPr>
          <p:nvPr/>
        </p:nvPicPr>
        <p:blipFill>
          <a:blip r:embed="rId3"/>
          <a:stretch>
            <a:fillRect/>
          </a:stretch>
        </p:blipFill>
        <p:spPr>
          <a:xfrm>
            <a:off x="53340" y="78730"/>
            <a:ext cx="2800350" cy="4973330"/>
          </a:xfrm>
          <a:prstGeom prst="rect">
            <a:avLst/>
          </a:prstGeom>
        </p:spPr>
      </p:pic>
      <p:pic>
        <p:nvPicPr>
          <p:cNvPr id="8" name="Picture 7">
            <a:extLst>
              <a:ext uri="{FF2B5EF4-FFF2-40B4-BE49-F238E27FC236}">
                <a16:creationId xmlns:a16="http://schemas.microsoft.com/office/drawing/2014/main" id="{38886A77-E51D-4217-989E-88E0B24F533C}"/>
              </a:ext>
            </a:extLst>
          </p:cNvPr>
          <p:cNvPicPr>
            <a:picLocks noChangeAspect="1"/>
          </p:cNvPicPr>
          <p:nvPr/>
        </p:nvPicPr>
        <p:blipFill>
          <a:blip r:embed="rId4"/>
          <a:stretch>
            <a:fillRect/>
          </a:stretch>
        </p:blipFill>
        <p:spPr>
          <a:xfrm>
            <a:off x="3093720" y="85085"/>
            <a:ext cx="2659380" cy="4973330"/>
          </a:xfrm>
          <a:prstGeom prst="rect">
            <a:avLst/>
          </a:prstGeom>
        </p:spPr>
      </p:pic>
      <p:pic>
        <p:nvPicPr>
          <p:cNvPr id="10" name="Picture 9">
            <a:extLst>
              <a:ext uri="{FF2B5EF4-FFF2-40B4-BE49-F238E27FC236}">
                <a16:creationId xmlns:a16="http://schemas.microsoft.com/office/drawing/2014/main" id="{E8520CCA-66BF-4AC6-A721-3F547FA3D0CD}"/>
              </a:ext>
            </a:extLst>
          </p:cNvPr>
          <p:cNvPicPr>
            <a:picLocks noChangeAspect="1"/>
          </p:cNvPicPr>
          <p:nvPr/>
        </p:nvPicPr>
        <p:blipFill>
          <a:blip r:embed="rId5"/>
          <a:stretch>
            <a:fillRect/>
          </a:stretch>
        </p:blipFill>
        <p:spPr>
          <a:xfrm>
            <a:off x="5993130" y="78730"/>
            <a:ext cx="2891790" cy="4973330"/>
          </a:xfrm>
          <a:prstGeom prst="rect">
            <a:avLst/>
          </a:prstGeom>
        </p:spPr>
      </p:pic>
    </p:spTree>
    <p:extLst>
      <p:ext uri="{BB962C8B-B14F-4D97-AF65-F5344CB8AC3E}">
        <p14:creationId xmlns:p14="http://schemas.microsoft.com/office/powerpoint/2010/main" val="1811407416"/>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pic>
        <p:nvPicPr>
          <p:cNvPr id="4" name="Picture 3">
            <a:extLst>
              <a:ext uri="{FF2B5EF4-FFF2-40B4-BE49-F238E27FC236}">
                <a16:creationId xmlns:a16="http://schemas.microsoft.com/office/drawing/2014/main" id="{A7F75E56-B3E3-4D3E-884F-BBDCBA8193B8}"/>
              </a:ext>
            </a:extLst>
          </p:cNvPr>
          <p:cNvPicPr>
            <a:picLocks noChangeAspect="1"/>
          </p:cNvPicPr>
          <p:nvPr/>
        </p:nvPicPr>
        <p:blipFill>
          <a:blip r:embed="rId3"/>
          <a:stretch>
            <a:fillRect/>
          </a:stretch>
        </p:blipFill>
        <p:spPr>
          <a:xfrm>
            <a:off x="3009900" y="106680"/>
            <a:ext cx="2964179" cy="4930140"/>
          </a:xfrm>
          <a:prstGeom prst="rect">
            <a:avLst/>
          </a:prstGeom>
        </p:spPr>
      </p:pic>
    </p:spTree>
    <p:extLst>
      <p:ext uri="{BB962C8B-B14F-4D97-AF65-F5344CB8AC3E}">
        <p14:creationId xmlns:p14="http://schemas.microsoft.com/office/powerpoint/2010/main" val="3164440675"/>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1" name="Google Shape;851;p104"/>
          <p:cNvSpPr txBox="1">
            <a:spLocks noGrp="1"/>
          </p:cNvSpPr>
          <p:nvPr>
            <p:ph type="ctrTitle"/>
          </p:nvPr>
        </p:nvSpPr>
        <p:spPr>
          <a:xfrm flipH="1">
            <a:off x="355600" y="2236500"/>
            <a:ext cx="3956100" cy="670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chemeClr val="dk1"/>
              </a:buClr>
              <a:buSzPts val="1100"/>
              <a:buFont typeface="Arial"/>
              <a:buNone/>
            </a:pPr>
            <a:r>
              <a:rPr lang="en" dirty="0"/>
              <a:t>3. CONCLUSION</a:t>
            </a:r>
            <a:endParaRPr dirty="0"/>
          </a:p>
        </p:txBody>
      </p:sp>
      <p:sp>
        <p:nvSpPr>
          <p:cNvPr id="852" name="Google Shape;852;p104"/>
          <p:cNvSpPr txBox="1">
            <a:spLocks noGrp="1"/>
          </p:cNvSpPr>
          <p:nvPr>
            <p:ph type="subTitle" idx="1"/>
          </p:nvPr>
        </p:nvSpPr>
        <p:spPr>
          <a:xfrm>
            <a:off x="4704537" y="1243087"/>
            <a:ext cx="4439463" cy="2856473"/>
          </a:xfrm>
          <a:prstGeom prst="rect">
            <a:avLst/>
          </a:prstGeom>
        </p:spPr>
        <p:txBody>
          <a:bodyPr spcFirstLastPara="1" wrap="square" lIns="91425" tIns="91425" rIns="91425" bIns="91425" anchor="ctr" anchorCtr="0">
            <a:noAutofit/>
          </a:bodyPr>
          <a:lstStyle/>
          <a:p>
            <a:pPr marL="0" indent="0">
              <a:buClr>
                <a:schemeClr val="dk1"/>
              </a:buClr>
              <a:buSzPts val="1100"/>
            </a:pPr>
            <a:r>
              <a:rPr lang="en-US" sz="1800" dirty="0">
                <a:solidFill>
                  <a:schemeClr val="tx1"/>
                </a:solidFill>
              </a:rPr>
              <a:t>This design leverages modern design principles and best practices to create a cohesive and aesthetically pleasing user experience. It is responsive and adaptable, ensuring consistent performance across various devices, including tablets and smartphones</a:t>
            </a:r>
            <a:r>
              <a:rPr lang="en-US" dirty="0"/>
              <a:t>.</a:t>
            </a:r>
            <a:endParaRPr lang="en-US" b="1" dirty="0"/>
          </a:p>
          <a:p>
            <a:pPr marL="0" lvl="0" indent="0">
              <a:buClr>
                <a:schemeClr val="dk1"/>
              </a:buClr>
              <a:buSzPts val="1100"/>
            </a:pPr>
            <a:endParaRPr sz="20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51"/>
                                        </p:tgtEl>
                                        <p:attrNameLst>
                                          <p:attrName>style.visibility</p:attrName>
                                        </p:attrNameLst>
                                      </p:cBhvr>
                                      <p:to>
                                        <p:strVal val="visible"/>
                                      </p:to>
                                    </p:set>
                                    <p:animEffect transition="in" filter="fade">
                                      <p:cBhvr>
                                        <p:cTn id="7" dur="1000"/>
                                        <p:tgtEl>
                                          <p:spTgt spid="851"/>
                                        </p:tgtEl>
                                      </p:cBhvr>
                                    </p:animEffect>
                                    <p:anim calcmode="lin" valueType="num">
                                      <p:cBhvr>
                                        <p:cTn id="8" dur="1000" fill="hold"/>
                                        <p:tgtEl>
                                          <p:spTgt spid="851"/>
                                        </p:tgtEl>
                                        <p:attrNameLst>
                                          <p:attrName>ppt_x</p:attrName>
                                        </p:attrNameLst>
                                      </p:cBhvr>
                                      <p:tavLst>
                                        <p:tav tm="0">
                                          <p:val>
                                            <p:strVal val="#ppt_x"/>
                                          </p:val>
                                        </p:tav>
                                        <p:tav tm="100000">
                                          <p:val>
                                            <p:strVal val="#ppt_x"/>
                                          </p:val>
                                        </p:tav>
                                      </p:tavLst>
                                    </p:anim>
                                    <p:anim calcmode="lin" valueType="num">
                                      <p:cBhvr>
                                        <p:cTn id="9" dur="1000" fill="hold"/>
                                        <p:tgtEl>
                                          <p:spTgt spid="85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grpId="0" nodeType="clickEffect">
                                  <p:stCondLst>
                                    <p:cond delay="0"/>
                                  </p:stCondLst>
                                  <p:childTnLst>
                                    <p:set>
                                      <p:cBhvr>
                                        <p:cTn id="13" dur="1" fill="hold">
                                          <p:stCondLst>
                                            <p:cond delay="0"/>
                                          </p:stCondLst>
                                        </p:cTn>
                                        <p:tgtEl>
                                          <p:spTgt spid="852">
                                            <p:txEl>
                                              <p:pRg st="0" end="0"/>
                                            </p:txEl>
                                          </p:spTgt>
                                        </p:tgtEl>
                                        <p:attrNameLst>
                                          <p:attrName>style.visibility</p:attrName>
                                        </p:attrNameLst>
                                      </p:cBhvr>
                                      <p:to>
                                        <p:strVal val="visible"/>
                                      </p:to>
                                    </p:set>
                                    <p:animEffect transition="in" filter="wipe(down)">
                                      <p:cBhvr>
                                        <p:cTn id="14" dur="580">
                                          <p:stCondLst>
                                            <p:cond delay="0"/>
                                          </p:stCondLst>
                                        </p:cTn>
                                        <p:tgtEl>
                                          <p:spTgt spid="852">
                                            <p:txEl>
                                              <p:pRg st="0" end="0"/>
                                            </p:txEl>
                                          </p:spTgt>
                                        </p:tgtEl>
                                      </p:cBhvr>
                                    </p:animEffect>
                                    <p:anim calcmode="lin" valueType="num">
                                      <p:cBhvr>
                                        <p:cTn id="15" dur="1822" tmFilter="0,0; 0.14,0.36; 0.43,0.73; 0.71,0.91; 1.0,1.0">
                                          <p:stCondLst>
                                            <p:cond delay="0"/>
                                          </p:stCondLst>
                                        </p:cTn>
                                        <p:tgtEl>
                                          <p:spTgt spid="852">
                                            <p:txEl>
                                              <p:pRg st="0" end="0"/>
                                            </p:txEl>
                                          </p:spTgt>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852">
                                            <p:txEl>
                                              <p:pRg st="0" end="0"/>
                                            </p:txEl>
                                          </p:spTgt>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852">
                                            <p:txEl>
                                              <p:pRg st="0" end="0"/>
                                            </p:txEl>
                                          </p:spTgt>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852">
                                            <p:txEl>
                                              <p:pRg st="0" end="0"/>
                                            </p:txEl>
                                          </p:spTgt>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852">
                                            <p:txEl>
                                              <p:pRg st="0" end="0"/>
                                            </p:txEl>
                                          </p:spTgt>
                                        </p:tgtEl>
                                        <p:attrNameLst>
                                          <p:attrName>ppt_y</p:attrName>
                                        </p:attrNameLst>
                                      </p:cBhvr>
                                      <p:tavLst>
                                        <p:tav tm="0" fmla="#ppt_y-sin(pi*$)/81">
                                          <p:val>
                                            <p:fltVal val="0"/>
                                          </p:val>
                                        </p:tav>
                                        <p:tav tm="100000">
                                          <p:val>
                                            <p:fltVal val="1"/>
                                          </p:val>
                                        </p:tav>
                                      </p:tavLst>
                                    </p:anim>
                                    <p:animScale>
                                      <p:cBhvr>
                                        <p:cTn id="20" dur="26">
                                          <p:stCondLst>
                                            <p:cond delay="650"/>
                                          </p:stCondLst>
                                        </p:cTn>
                                        <p:tgtEl>
                                          <p:spTgt spid="852">
                                            <p:txEl>
                                              <p:pRg st="0" end="0"/>
                                            </p:txEl>
                                          </p:spTgt>
                                        </p:tgtEl>
                                      </p:cBhvr>
                                      <p:to x="100000" y="60000"/>
                                    </p:animScale>
                                    <p:animScale>
                                      <p:cBhvr>
                                        <p:cTn id="21" dur="166" decel="50000">
                                          <p:stCondLst>
                                            <p:cond delay="676"/>
                                          </p:stCondLst>
                                        </p:cTn>
                                        <p:tgtEl>
                                          <p:spTgt spid="852">
                                            <p:txEl>
                                              <p:pRg st="0" end="0"/>
                                            </p:txEl>
                                          </p:spTgt>
                                        </p:tgtEl>
                                      </p:cBhvr>
                                      <p:to x="100000" y="100000"/>
                                    </p:animScale>
                                    <p:animScale>
                                      <p:cBhvr>
                                        <p:cTn id="22" dur="26">
                                          <p:stCondLst>
                                            <p:cond delay="1312"/>
                                          </p:stCondLst>
                                        </p:cTn>
                                        <p:tgtEl>
                                          <p:spTgt spid="852">
                                            <p:txEl>
                                              <p:pRg st="0" end="0"/>
                                            </p:txEl>
                                          </p:spTgt>
                                        </p:tgtEl>
                                      </p:cBhvr>
                                      <p:to x="100000" y="80000"/>
                                    </p:animScale>
                                    <p:animScale>
                                      <p:cBhvr>
                                        <p:cTn id="23" dur="166" decel="50000">
                                          <p:stCondLst>
                                            <p:cond delay="1338"/>
                                          </p:stCondLst>
                                        </p:cTn>
                                        <p:tgtEl>
                                          <p:spTgt spid="852">
                                            <p:txEl>
                                              <p:pRg st="0" end="0"/>
                                            </p:txEl>
                                          </p:spTgt>
                                        </p:tgtEl>
                                      </p:cBhvr>
                                      <p:to x="100000" y="100000"/>
                                    </p:animScale>
                                    <p:animScale>
                                      <p:cBhvr>
                                        <p:cTn id="24" dur="26">
                                          <p:stCondLst>
                                            <p:cond delay="1642"/>
                                          </p:stCondLst>
                                        </p:cTn>
                                        <p:tgtEl>
                                          <p:spTgt spid="852">
                                            <p:txEl>
                                              <p:pRg st="0" end="0"/>
                                            </p:txEl>
                                          </p:spTgt>
                                        </p:tgtEl>
                                      </p:cBhvr>
                                      <p:to x="100000" y="90000"/>
                                    </p:animScale>
                                    <p:animScale>
                                      <p:cBhvr>
                                        <p:cTn id="25" dur="166" decel="50000">
                                          <p:stCondLst>
                                            <p:cond delay="1668"/>
                                          </p:stCondLst>
                                        </p:cTn>
                                        <p:tgtEl>
                                          <p:spTgt spid="852">
                                            <p:txEl>
                                              <p:pRg st="0" end="0"/>
                                            </p:txEl>
                                          </p:spTgt>
                                        </p:tgtEl>
                                      </p:cBhvr>
                                      <p:to x="100000" y="100000"/>
                                    </p:animScale>
                                    <p:animScale>
                                      <p:cBhvr>
                                        <p:cTn id="26" dur="26">
                                          <p:stCondLst>
                                            <p:cond delay="1808"/>
                                          </p:stCondLst>
                                        </p:cTn>
                                        <p:tgtEl>
                                          <p:spTgt spid="852">
                                            <p:txEl>
                                              <p:pRg st="0" end="0"/>
                                            </p:txEl>
                                          </p:spTgt>
                                        </p:tgtEl>
                                      </p:cBhvr>
                                      <p:to x="100000" y="95000"/>
                                    </p:animScale>
                                    <p:animScale>
                                      <p:cBhvr>
                                        <p:cTn id="27" dur="166" decel="50000">
                                          <p:stCondLst>
                                            <p:cond delay="1834"/>
                                          </p:stCondLst>
                                        </p:cTn>
                                        <p:tgtEl>
                                          <p:spTgt spid="852">
                                            <p:txEl>
                                              <p:pRg st="0" end="0"/>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2"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p105"/>
          <p:cNvSpPr txBox="1">
            <a:spLocks noGrp="1"/>
          </p:cNvSpPr>
          <p:nvPr>
            <p:ph type="ctrTitle"/>
          </p:nvPr>
        </p:nvSpPr>
        <p:spPr>
          <a:xfrm flipH="1">
            <a:off x="2359650" y="1415890"/>
            <a:ext cx="4424700" cy="938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dirty="0"/>
              <a:t>THANKS FOR YOUR KEEN ATTENTION</a:t>
            </a:r>
            <a:endParaRPr dirty="0"/>
          </a:p>
        </p:txBody>
      </p:sp>
      <p:cxnSp>
        <p:nvCxnSpPr>
          <p:cNvPr id="859" name="Google Shape;859;p105"/>
          <p:cNvCxnSpPr/>
          <p:nvPr/>
        </p:nvCxnSpPr>
        <p:spPr>
          <a:xfrm rot="10800000">
            <a:off x="2493000" y="2585885"/>
            <a:ext cx="4158000" cy="0"/>
          </a:xfrm>
          <a:prstGeom prst="straightConnector1">
            <a:avLst/>
          </a:prstGeom>
          <a:noFill/>
          <a:ln w="28575" cap="flat" cmpd="sng">
            <a:solidFill>
              <a:schemeClr val="lt1"/>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grpId="0" nodeType="clickEffect">
                                  <p:stCondLst>
                                    <p:cond delay="0"/>
                                  </p:stCondLst>
                                  <p:childTnLst>
                                    <p:animEffect transition="out" filter="fade">
                                      <p:cBhvr>
                                        <p:cTn id="6" dur="1000"/>
                                        <p:tgtEl>
                                          <p:spTgt spid="857"/>
                                        </p:tgtEl>
                                      </p:cBhvr>
                                    </p:animEffect>
                                    <p:anim calcmode="lin" valueType="num">
                                      <p:cBhvr>
                                        <p:cTn id="7" dur="1000"/>
                                        <p:tgtEl>
                                          <p:spTgt spid="857"/>
                                        </p:tgtEl>
                                        <p:attrNameLst>
                                          <p:attrName>ppt_x</p:attrName>
                                        </p:attrNameLst>
                                      </p:cBhvr>
                                      <p:tavLst>
                                        <p:tav tm="0">
                                          <p:val>
                                            <p:strVal val="ppt_x"/>
                                          </p:val>
                                        </p:tav>
                                        <p:tav tm="100000">
                                          <p:val>
                                            <p:strVal val="ppt_x"/>
                                          </p:val>
                                        </p:tav>
                                      </p:tavLst>
                                    </p:anim>
                                    <p:anim calcmode="lin" valueType="num">
                                      <p:cBhvr>
                                        <p:cTn id="8" dur="1000"/>
                                        <p:tgtEl>
                                          <p:spTgt spid="857"/>
                                        </p:tgtEl>
                                        <p:attrNameLst>
                                          <p:attrName>ppt_y</p:attrName>
                                        </p:attrNameLst>
                                      </p:cBhvr>
                                      <p:tavLst>
                                        <p:tav tm="0">
                                          <p:val>
                                            <p:strVal val="ppt_y"/>
                                          </p:val>
                                        </p:tav>
                                        <p:tav tm="100000">
                                          <p:val>
                                            <p:strVal val="ppt_y+.1"/>
                                          </p:val>
                                        </p:tav>
                                      </p:tavLst>
                                    </p:anim>
                                    <p:set>
                                      <p:cBhvr>
                                        <p:cTn id="9" dur="1" fill="hold">
                                          <p:stCondLst>
                                            <p:cond delay="999"/>
                                          </p:stCondLst>
                                        </p:cTn>
                                        <p:tgtEl>
                                          <p:spTgt spid="85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7" grpId="0"/>
    </p:bldLst>
  </p:timing>
</p:sld>
</file>

<file path=ppt/theme/theme1.xml><?xml version="1.0" encoding="utf-8"?>
<a:theme xmlns:a="http://schemas.openxmlformats.org/drawingml/2006/main" name="Tech Startup XL by Slidesgo">
  <a:themeElements>
    <a:clrScheme name="Simple Light">
      <a:dk1>
        <a:srgbClr val="000000"/>
      </a:dk1>
      <a:lt1>
        <a:srgbClr val="FFFFFF"/>
      </a:lt1>
      <a:dk2>
        <a:srgbClr val="595959"/>
      </a:dk2>
      <a:lt2>
        <a:srgbClr val="EEEEEE"/>
      </a:lt2>
      <a:accent1>
        <a:srgbClr val="88D3CE"/>
      </a:accent1>
      <a:accent2>
        <a:srgbClr val="423864"/>
      </a:accent2>
      <a:accent3>
        <a:srgbClr val="78909C"/>
      </a:accent3>
      <a:accent4>
        <a:srgbClr val="88D3CE"/>
      </a:accent4>
      <a:accent5>
        <a:srgbClr val="0097A7"/>
      </a:accent5>
      <a:accent6>
        <a:srgbClr val="423864"/>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1407</TotalTime>
  <Words>524</Words>
  <Application>Microsoft Office PowerPoint</Application>
  <PresentationFormat>On-screen Show (16:9)</PresentationFormat>
  <Paragraphs>43</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Montserrat ExtraBold</vt:lpstr>
      <vt:lpstr>Arial</vt:lpstr>
      <vt:lpstr>Squada One</vt:lpstr>
      <vt:lpstr>Roboto Condensed Light</vt:lpstr>
      <vt:lpstr>Fira Sans Extra Condensed Medium</vt:lpstr>
      <vt:lpstr>Tech Startup XL by Slidesgo</vt:lpstr>
      <vt:lpstr>CEF 44O: INTERNET PROGRAMMING (J2EE) AND MOBILE PROGRAMMING </vt:lpstr>
      <vt:lpstr>TABLE OF CONTENTS</vt:lpstr>
      <vt:lpstr>01. 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 CONCLUSION</vt:lpstr>
      <vt:lpstr>THANKS FOR YOUR KEEN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 STARTUP</dc:title>
  <dc:creator>BORIS DIAZ</dc:creator>
  <cp:lastModifiedBy>BORIS DIAZ</cp:lastModifiedBy>
  <cp:revision>30</cp:revision>
  <dcterms:modified xsi:type="dcterms:W3CDTF">2024-06-10T21:38:09Z</dcterms:modified>
</cp:coreProperties>
</file>