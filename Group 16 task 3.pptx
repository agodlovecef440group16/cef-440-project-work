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E82-4BB7-8451-194FA04EA77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E82-4BB7-8451-194FA04EA77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E82-4BB7-8451-194FA04EA77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E82-4BB7-8451-194FA04EA770}"/>
              </c:ext>
            </c:extLst>
          </c:dPt>
          <c:cat>
            <c:strRef>
              <c:f>Feuil1!$A$2:$A$5</c:f>
              <c:strCache>
                <c:ptCount val="4"/>
                <c:pt idx="0">
                  <c:v>Performance</c:v>
                </c:pt>
                <c:pt idx="1">
                  <c:v>Usability</c:v>
                </c:pt>
                <c:pt idx="2">
                  <c:v>Reliability</c:v>
                </c:pt>
                <c:pt idx="3">
                  <c:v>Security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3.2</c:v>
                </c:pt>
                <c:pt idx="1">
                  <c:v>3.2</c:v>
                </c:pt>
                <c:pt idx="2">
                  <c:v>3.2</c:v>
                </c:pt>
                <c:pt idx="3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D7-4E7A-85FB-8AB7CD81C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/>
    </cs:fontRef>
    <cs:defRPr sz="1330" kern="1200"/>
  </cs:axisTitle>
  <cs:categoryAxis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/>
    </cs:fontRef>
    <cs:defRPr sz="1197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/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/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/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/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/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A5A7E5-9CEC-4F41-8872-A9B03CAA1518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BAA62D4A-63F6-4D6F-8EC7-24B1E1D3624C}">
      <dgm:prSet phldrT="[Texte]"/>
      <dgm:spPr/>
      <dgm:t>
        <a:bodyPr/>
        <a:lstStyle/>
        <a:p>
          <a:r>
            <a:rPr lang="en-US" dirty="0"/>
            <a:t>Objectives</a:t>
          </a:r>
        </a:p>
      </dgm:t>
    </dgm:pt>
    <dgm:pt modelId="{E4CD63BC-F334-4E3D-9E1A-B6C84A1842A8}" type="parTrans" cxnId="{82FE5491-F555-4B51-82F2-EA9F353FEC3C}">
      <dgm:prSet/>
      <dgm:spPr/>
      <dgm:t>
        <a:bodyPr/>
        <a:lstStyle/>
        <a:p>
          <a:endParaRPr lang="en-US"/>
        </a:p>
      </dgm:t>
    </dgm:pt>
    <dgm:pt modelId="{27E305E3-211A-4F27-BC96-DB7566C1FC6C}" type="sibTrans" cxnId="{82FE5491-F555-4B51-82F2-EA9F353FEC3C}">
      <dgm:prSet/>
      <dgm:spPr/>
      <dgm:t>
        <a:bodyPr/>
        <a:lstStyle/>
        <a:p>
          <a:endParaRPr lang="en-US"/>
        </a:p>
      </dgm:t>
    </dgm:pt>
    <dgm:pt modelId="{21D74616-07AD-4B8B-B162-3E0441BE5264}">
      <dgm:prSet phldrT="[Texte]"/>
      <dgm:spPr/>
      <dgm:t>
        <a:bodyPr/>
        <a:lstStyle/>
        <a:p>
          <a:r>
            <a:rPr lang="en-US" dirty="0"/>
            <a:t>Functionalities</a:t>
          </a:r>
        </a:p>
      </dgm:t>
    </dgm:pt>
    <dgm:pt modelId="{822062FE-BCD4-48EB-86B6-0BF8435AB7CA}" type="parTrans" cxnId="{44354A89-0521-4251-B87B-AB28415F8CF1}">
      <dgm:prSet/>
      <dgm:spPr/>
      <dgm:t>
        <a:bodyPr/>
        <a:lstStyle/>
        <a:p>
          <a:endParaRPr lang="en-US"/>
        </a:p>
      </dgm:t>
    </dgm:pt>
    <dgm:pt modelId="{CCF5C9F9-02CF-46D9-9B19-379812BDB991}" type="sibTrans" cxnId="{44354A89-0521-4251-B87B-AB28415F8CF1}">
      <dgm:prSet/>
      <dgm:spPr/>
      <dgm:t>
        <a:bodyPr/>
        <a:lstStyle/>
        <a:p>
          <a:endParaRPr lang="en-US"/>
        </a:p>
      </dgm:t>
    </dgm:pt>
    <dgm:pt modelId="{D7B4128F-A316-49E5-8071-B9C7F9397A7D}">
      <dgm:prSet phldrT="[Texte]"/>
      <dgm:spPr/>
      <dgm:t>
        <a:bodyPr/>
        <a:lstStyle/>
        <a:p>
          <a:r>
            <a:rPr lang="en-US" dirty="0"/>
            <a:t>Constraints</a:t>
          </a:r>
        </a:p>
      </dgm:t>
    </dgm:pt>
    <dgm:pt modelId="{CEFE0EF2-1A4B-492A-9221-DC60DCD0B9BC}" type="parTrans" cxnId="{48C71F29-434E-4A82-9DCF-99D69C5C32EC}">
      <dgm:prSet/>
      <dgm:spPr/>
      <dgm:t>
        <a:bodyPr/>
        <a:lstStyle/>
        <a:p>
          <a:endParaRPr lang="en-US"/>
        </a:p>
      </dgm:t>
    </dgm:pt>
    <dgm:pt modelId="{A8560F67-60D3-4BFD-85E3-DD7C04919CD6}" type="sibTrans" cxnId="{48C71F29-434E-4A82-9DCF-99D69C5C32EC}">
      <dgm:prSet/>
      <dgm:spPr/>
      <dgm:t>
        <a:bodyPr/>
        <a:lstStyle/>
        <a:p>
          <a:endParaRPr lang="en-US"/>
        </a:p>
      </dgm:t>
    </dgm:pt>
    <dgm:pt modelId="{2F63FF46-D4DE-476D-8375-BC7C7D8BE51B}" type="pres">
      <dgm:prSet presAssocID="{42A5A7E5-9CEC-4F41-8872-A9B03CAA1518}" presName="compositeShape" presStyleCnt="0">
        <dgm:presLayoutVars>
          <dgm:dir/>
          <dgm:resizeHandles/>
        </dgm:presLayoutVars>
      </dgm:prSet>
      <dgm:spPr/>
    </dgm:pt>
    <dgm:pt modelId="{291E559F-A1CF-46D6-BA86-17974F0D1DF0}" type="pres">
      <dgm:prSet presAssocID="{42A5A7E5-9CEC-4F41-8872-A9B03CAA1518}" presName="pyramid" presStyleLbl="node1" presStyleIdx="0" presStyleCnt="1"/>
      <dgm:spPr/>
    </dgm:pt>
    <dgm:pt modelId="{3B1E7422-605B-44F4-A248-02911E29744B}" type="pres">
      <dgm:prSet presAssocID="{42A5A7E5-9CEC-4F41-8872-A9B03CAA1518}" presName="theList" presStyleCnt="0"/>
      <dgm:spPr/>
    </dgm:pt>
    <dgm:pt modelId="{A2ACD834-C5D8-452F-9CDC-D4B32A5FF873}" type="pres">
      <dgm:prSet presAssocID="{BAA62D4A-63F6-4D6F-8EC7-24B1E1D3624C}" presName="aNode" presStyleLbl="fgAcc1" presStyleIdx="0" presStyleCnt="3">
        <dgm:presLayoutVars>
          <dgm:bulletEnabled val="1"/>
        </dgm:presLayoutVars>
      </dgm:prSet>
      <dgm:spPr/>
    </dgm:pt>
    <dgm:pt modelId="{A5BDA197-86B1-4432-9150-C4398162D5D1}" type="pres">
      <dgm:prSet presAssocID="{BAA62D4A-63F6-4D6F-8EC7-24B1E1D3624C}" presName="aSpace" presStyleCnt="0"/>
      <dgm:spPr/>
    </dgm:pt>
    <dgm:pt modelId="{D083F14D-7771-4065-8B81-15E1BA5F677F}" type="pres">
      <dgm:prSet presAssocID="{21D74616-07AD-4B8B-B162-3E0441BE5264}" presName="aNode" presStyleLbl="fgAcc1" presStyleIdx="1" presStyleCnt="3">
        <dgm:presLayoutVars>
          <dgm:bulletEnabled val="1"/>
        </dgm:presLayoutVars>
      </dgm:prSet>
      <dgm:spPr/>
    </dgm:pt>
    <dgm:pt modelId="{EEABAEA4-108B-4496-A1BB-4B78396BAAE4}" type="pres">
      <dgm:prSet presAssocID="{21D74616-07AD-4B8B-B162-3E0441BE5264}" presName="aSpace" presStyleCnt="0"/>
      <dgm:spPr/>
    </dgm:pt>
    <dgm:pt modelId="{BEA58502-F90C-4A85-92AB-241B894BFA78}" type="pres">
      <dgm:prSet presAssocID="{D7B4128F-A316-49E5-8071-B9C7F9397A7D}" presName="aNode" presStyleLbl="fgAcc1" presStyleIdx="2" presStyleCnt="3">
        <dgm:presLayoutVars>
          <dgm:bulletEnabled val="1"/>
        </dgm:presLayoutVars>
      </dgm:prSet>
      <dgm:spPr/>
    </dgm:pt>
    <dgm:pt modelId="{CF3109AF-7113-45DC-BCEB-303BE808BF2E}" type="pres">
      <dgm:prSet presAssocID="{D7B4128F-A316-49E5-8071-B9C7F9397A7D}" presName="aSpace" presStyleCnt="0"/>
      <dgm:spPr/>
    </dgm:pt>
  </dgm:ptLst>
  <dgm:cxnLst>
    <dgm:cxn modelId="{48C71F29-434E-4A82-9DCF-99D69C5C32EC}" srcId="{42A5A7E5-9CEC-4F41-8872-A9B03CAA1518}" destId="{D7B4128F-A316-49E5-8071-B9C7F9397A7D}" srcOrd="2" destOrd="0" parTransId="{CEFE0EF2-1A4B-492A-9221-DC60DCD0B9BC}" sibTransId="{A8560F67-60D3-4BFD-85E3-DD7C04919CD6}"/>
    <dgm:cxn modelId="{6D2AB64B-E306-4B4F-B3F9-598C4F6A8353}" type="presOf" srcId="{42A5A7E5-9CEC-4F41-8872-A9B03CAA1518}" destId="{2F63FF46-D4DE-476D-8375-BC7C7D8BE51B}" srcOrd="0" destOrd="0" presId="urn:microsoft.com/office/officeart/2005/8/layout/pyramid2"/>
    <dgm:cxn modelId="{BA42A37D-E6C6-4CB6-84C6-F87208E630F1}" type="presOf" srcId="{BAA62D4A-63F6-4D6F-8EC7-24B1E1D3624C}" destId="{A2ACD834-C5D8-452F-9CDC-D4B32A5FF873}" srcOrd="0" destOrd="0" presId="urn:microsoft.com/office/officeart/2005/8/layout/pyramid2"/>
    <dgm:cxn modelId="{44354A89-0521-4251-B87B-AB28415F8CF1}" srcId="{42A5A7E5-9CEC-4F41-8872-A9B03CAA1518}" destId="{21D74616-07AD-4B8B-B162-3E0441BE5264}" srcOrd="1" destOrd="0" parTransId="{822062FE-BCD4-48EB-86B6-0BF8435AB7CA}" sibTransId="{CCF5C9F9-02CF-46D9-9B19-379812BDB991}"/>
    <dgm:cxn modelId="{82FE5491-F555-4B51-82F2-EA9F353FEC3C}" srcId="{42A5A7E5-9CEC-4F41-8872-A9B03CAA1518}" destId="{BAA62D4A-63F6-4D6F-8EC7-24B1E1D3624C}" srcOrd="0" destOrd="0" parTransId="{E4CD63BC-F334-4E3D-9E1A-B6C84A1842A8}" sibTransId="{27E305E3-211A-4F27-BC96-DB7566C1FC6C}"/>
    <dgm:cxn modelId="{1EC323A3-B48F-440D-BF0C-6808CA000D4E}" type="presOf" srcId="{21D74616-07AD-4B8B-B162-3E0441BE5264}" destId="{D083F14D-7771-4065-8B81-15E1BA5F677F}" srcOrd="0" destOrd="0" presId="urn:microsoft.com/office/officeart/2005/8/layout/pyramid2"/>
    <dgm:cxn modelId="{10F4D1AC-3675-4F61-9A81-065720E47C0E}" type="presOf" srcId="{D7B4128F-A316-49E5-8071-B9C7F9397A7D}" destId="{BEA58502-F90C-4A85-92AB-241B894BFA78}" srcOrd="0" destOrd="0" presId="urn:microsoft.com/office/officeart/2005/8/layout/pyramid2"/>
    <dgm:cxn modelId="{0BBDCC77-6586-4262-BC9B-993669CA56EF}" type="presParOf" srcId="{2F63FF46-D4DE-476D-8375-BC7C7D8BE51B}" destId="{291E559F-A1CF-46D6-BA86-17974F0D1DF0}" srcOrd="0" destOrd="0" presId="urn:microsoft.com/office/officeart/2005/8/layout/pyramid2"/>
    <dgm:cxn modelId="{A3F782C3-6766-44C4-9111-A866F4FA146D}" type="presParOf" srcId="{2F63FF46-D4DE-476D-8375-BC7C7D8BE51B}" destId="{3B1E7422-605B-44F4-A248-02911E29744B}" srcOrd="1" destOrd="0" presId="urn:microsoft.com/office/officeart/2005/8/layout/pyramid2"/>
    <dgm:cxn modelId="{10B37C1E-2C64-4DBE-B90E-DE23BD71D9C0}" type="presParOf" srcId="{3B1E7422-605B-44F4-A248-02911E29744B}" destId="{A2ACD834-C5D8-452F-9CDC-D4B32A5FF873}" srcOrd="0" destOrd="0" presId="urn:microsoft.com/office/officeart/2005/8/layout/pyramid2"/>
    <dgm:cxn modelId="{646EE7AD-BFBB-43F9-8926-EB52B40EBAE0}" type="presParOf" srcId="{3B1E7422-605B-44F4-A248-02911E29744B}" destId="{A5BDA197-86B1-4432-9150-C4398162D5D1}" srcOrd="1" destOrd="0" presId="urn:microsoft.com/office/officeart/2005/8/layout/pyramid2"/>
    <dgm:cxn modelId="{4C25C44B-B617-43C3-BC61-8859823BAC5F}" type="presParOf" srcId="{3B1E7422-605B-44F4-A248-02911E29744B}" destId="{D083F14D-7771-4065-8B81-15E1BA5F677F}" srcOrd="2" destOrd="0" presId="urn:microsoft.com/office/officeart/2005/8/layout/pyramid2"/>
    <dgm:cxn modelId="{A7371E74-1A67-4BCC-893A-68827AE37892}" type="presParOf" srcId="{3B1E7422-605B-44F4-A248-02911E29744B}" destId="{EEABAEA4-108B-4496-A1BB-4B78396BAAE4}" srcOrd="3" destOrd="0" presId="urn:microsoft.com/office/officeart/2005/8/layout/pyramid2"/>
    <dgm:cxn modelId="{1835EAD2-A6B4-4286-A603-F02067C8AD81}" type="presParOf" srcId="{3B1E7422-605B-44F4-A248-02911E29744B}" destId="{BEA58502-F90C-4A85-92AB-241B894BFA78}" srcOrd="4" destOrd="0" presId="urn:microsoft.com/office/officeart/2005/8/layout/pyramid2"/>
    <dgm:cxn modelId="{391CAEAC-E5FB-447E-9AA4-3D6166C08B9E}" type="presParOf" srcId="{3B1E7422-605B-44F4-A248-02911E29744B}" destId="{CF3109AF-7113-45DC-BCEB-303BE808BF2E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622A82-ED92-4F8B-AAE7-668CE9C11738}" type="doc">
      <dgm:prSet loTypeId="urn:microsoft.com/office/officeart/2009/3/layout/BlockDescending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5829FCB-D79D-4837-88F1-4DA4D5F0E28B}">
      <dgm:prSet phldrT="[Texte]" custT="1"/>
      <dgm:spPr/>
      <dgm:t>
        <a:bodyPr/>
        <a:lstStyle/>
        <a:p>
          <a:r>
            <a:rPr lang="en-US" sz="2400" dirty="0"/>
            <a:t>FUNCTIONAL REQUIREMENTS</a:t>
          </a:r>
        </a:p>
      </dgm:t>
    </dgm:pt>
    <dgm:pt modelId="{434C8ABF-B375-4262-88D3-B5588A11E4C2}" type="parTrans" cxnId="{7F8D9C5C-53D2-431D-B542-8E035DF72933}">
      <dgm:prSet/>
      <dgm:spPr/>
      <dgm:t>
        <a:bodyPr/>
        <a:lstStyle/>
        <a:p>
          <a:endParaRPr lang="en-US"/>
        </a:p>
      </dgm:t>
    </dgm:pt>
    <dgm:pt modelId="{B083C806-5508-4329-9EA4-80F8E45D0131}" type="sibTrans" cxnId="{7F8D9C5C-53D2-431D-B542-8E035DF72933}">
      <dgm:prSet/>
      <dgm:spPr/>
      <dgm:t>
        <a:bodyPr/>
        <a:lstStyle/>
        <a:p>
          <a:endParaRPr lang="en-US"/>
        </a:p>
      </dgm:t>
    </dgm:pt>
    <dgm:pt modelId="{038FD7D0-E778-44AE-A2AF-BC7AD8682A4C}">
      <dgm:prSet phldrT="[Texte]" custT="1"/>
      <dgm:spPr/>
      <dgm:t>
        <a:bodyPr/>
        <a:lstStyle/>
        <a:p>
          <a:r>
            <a:rPr lang="en-US" sz="1800" dirty="0"/>
            <a:t>Minimum operations system should perform</a:t>
          </a:r>
        </a:p>
      </dgm:t>
    </dgm:pt>
    <dgm:pt modelId="{87324756-4408-4E35-B8A5-64AEEFC8D1B8}" type="parTrans" cxnId="{844FCAD6-FF1A-4560-BC54-9AA5A8CFB9B3}">
      <dgm:prSet/>
      <dgm:spPr/>
      <dgm:t>
        <a:bodyPr/>
        <a:lstStyle/>
        <a:p>
          <a:endParaRPr lang="en-US"/>
        </a:p>
      </dgm:t>
    </dgm:pt>
    <dgm:pt modelId="{1CAF276F-06BB-4747-B4BB-5887C2463E13}" type="sibTrans" cxnId="{844FCAD6-FF1A-4560-BC54-9AA5A8CFB9B3}">
      <dgm:prSet/>
      <dgm:spPr/>
      <dgm:t>
        <a:bodyPr/>
        <a:lstStyle/>
        <a:p>
          <a:endParaRPr lang="en-US"/>
        </a:p>
      </dgm:t>
    </dgm:pt>
    <dgm:pt modelId="{B757EC68-E1E3-46A7-B839-C903ABB30F7D}">
      <dgm:prSet phldrT="[Texte]" custT="1"/>
      <dgm:spPr/>
      <dgm:t>
        <a:bodyPr/>
        <a:lstStyle/>
        <a:p>
          <a:r>
            <a:rPr lang="en-US" sz="1800" b="1" dirty="0"/>
            <a:t>NON-FUNCTIONAL REQUIREMENTS</a:t>
          </a:r>
        </a:p>
      </dgm:t>
    </dgm:pt>
    <dgm:pt modelId="{70316DB5-1136-4952-9260-7464DE86BDA4}" type="parTrans" cxnId="{430F7127-C753-448D-8917-2301412A561C}">
      <dgm:prSet/>
      <dgm:spPr/>
      <dgm:t>
        <a:bodyPr/>
        <a:lstStyle/>
        <a:p>
          <a:endParaRPr lang="en-US"/>
        </a:p>
      </dgm:t>
    </dgm:pt>
    <dgm:pt modelId="{2956554C-0F23-49D8-AE3E-C10EFDB091F1}" type="sibTrans" cxnId="{430F7127-C753-448D-8917-2301412A561C}">
      <dgm:prSet/>
      <dgm:spPr/>
      <dgm:t>
        <a:bodyPr/>
        <a:lstStyle/>
        <a:p>
          <a:endParaRPr lang="en-US"/>
        </a:p>
      </dgm:t>
    </dgm:pt>
    <dgm:pt modelId="{1808DF2F-267D-4D7F-991A-32AEF44EA1FC}">
      <dgm:prSet phldrT="[Texte]" custT="1"/>
      <dgm:spPr/>
      <dgm:t>
        <a:bodyPr/>
        <a:lstStyle/>
        <a:p>
          <a:r>
            <a:rPr lang="en-US" sz="1800" dirty="0"/>
            <a:t>Qualities the system should possess</a:t>
          </a:r>
        </a:p>
      </dgm:t>
    </dgm:pt>
    <dgm:pt modelId="{1605917F-ED96-4353-ABAC-EC133EEC0F64}" type="parTrans" cxnId="{A3170948-054B-481E-9E5A-74C21139F21A}">
      <dgm:prSet/>
      <dgm:spPr/>
      <dgm:t>
        <a:bodyPr/>
        <a:lstStyle/>
        <a:p>
          <a:endParaRPr lang="en-US"/>
        </a:p>
      </dgm:t>
    </dgm:pt>
    <dgm:pt modelId="{DC6AC980-6F34-4919-9919-D18FA5EFA4ED}" type="sibTrans" cxnId="{A3170948-054B-481E-9E5A-74C21139F21A}">
      <dgm:prSet/>
      <dgm:spPr/>
      <dgm:t>
        <a:bodyPr/>
        <a:lstStyle/>
        <a:p>
          <a:endParaRPr lang="en-US"/>
        </a:p>
      </dgm:t>
    </dgm:pt>
    <dgm:pt modelId="{414D0046-03DA-40F0-89BC-D03B918B061E}">
      <dgm:prSet phldrT="[Texte]" custT="1"/>
      <dgm:spPr/>
      <dgm:t>
        <a:bodyPr/>
        <a:lstStyle/>
        <a:p>
          <a:r>
            <a:rPr lang="en-US" sz="2000" b="1" dirty="0"/>
            <a:t>TECHNICAL REQUIREMENTS</a:t>
          </a:r>
        </a:p>
      </dgm:t>
    </dgm:pt>
    <dgm:pt modelId="{0F0CCC65-B168-4015-A62A-A0983CF6127D}" type="parTrans" cxnId="{E7CD80B0-AE4F-4A89-8ED7-944F0977AC27}">
      <dgm:prSet/>
      <dgm:spPr/>
      <dgm:t>
        <a:bodyPr/>
        <a:lstStyle/>
        <a:p>
          <a:endParaRPr lang="en-US"/>
        </a:p>
      </dgm:t>
    </dgm:pt>
    <dgm:pt modelId="{24D6A18D-0027-45EA-9CB4-10C55C772A8F}" type="sibTrans" cxnId="{E7CD80B0-AE4F-4A89-8ED7-944F0977AC27}">
      <dgm:prSet/>
      <dgm:spPr/>
      <dgm:t>
        <a:bodyPr/>
        <a:lstStyle/>
        <a:p>
          <a:endParaRPr lang="en-US"/>
        </a:p>
      </dgm:t>
    </dgm:pt>
    <dgm:pt modelId="{97B455D8-C8C8-4396-9DAA-3EC775ADF826}">
      <dgm:prSet phldrT="[Texte]" custT="1"/>
      <dgm:spPr/>
      <dgm:t>
        <a:bodyPr/>
        <a:lstStyle/>
        <a:p>
          <a:r>
            <a:rPr lang="en-US" sz="1800" dirty="0"/>
            <a:t>Solutions that tackle technical problems</a:t>
          </a:r>
        </a:p>
      </dgm:t>
    </dgm:pt>
    <dgm:pt modelId="{0685B008-E39E-4412-9064-4C1479E508A5}" type="parTrans" cxnId="{D9DBD5B6-A3BB-4CCD-84B0-9700F0E33D54}">
      <dgm:prSet/>
      <dgm:spPr/>
      <dgm:t>
        <a:bodyPr/>
        <a:lstStyle/>
        <a:p>
          <a:endParaRPr lang="en-US"/>
        </a:p>
      </dgm:t>
    </dgm:pt>
    <dgm:pt modelId="{A3CA2408-C8C1-47B9-AA9E-56BF03AEFAC7}" type="sibTrans" cxnId="{D9DBD5B6-A3BB-4CCD-84B0-9700F0E33D54}">
      <dgm:prSet/>
      <dgm:spPr/>
      <dgm:t>
        <a:bodyPr/>
        <a:lstStyle/>
        <a:p>
          <a:endParaRPr lang="en-US"/>
        </a:p>
      </dgm:t>
    </dgm:pt>
    <dgm:pt modelId="{36647249-4BF2-411A-BEE5-6F2EAAEE9B46}" type="pres">
      <dgm:prSet presAssocID="{6C622A82-ED92-4F8B-AAE7-668CE9C11738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26C5CEC-D473-4E10-B839-2A0E63D038AD}" type="pres">
      <dgm:prSet presAssocID="{F5829FCB-D79D-4837-88F1-4DA4D5F0E28B}" presName="parentText_1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6AAFBBE5-A5ED-40A7-BA04-A14E324F1582}" type="pres">
      <dgm:prSet presAssocID="{F5829FCB-D79D-4837-88F1-4DA4D5F0E28B}" presName="childText_1" presStyleLbl="node1" presStyleIdx="0" presStyleCnt="3" custScaleY="40051" custLinFactNeighborY="-30455">
        <dgm:presLayoutVars>
          <dgm:chMax val="0"/>
          <dgm:chPref val="0"/>
          <dgm:bulletEnabled val="1"/>
        </dgm:presLayoutVars>
      </dgm:prSet>
      <dgm:spPr/>
    </dgm:pt>
    <dgm:pt modelId="{E417F351-4A02-4A8B-9749-5CAFDD201F40}" type="pres">
      <dgm:prSet presAssocID="{F5829FCB-D79D-4837-88F1-4DA4D5F0E28B}" presName="accentShape_1" presStyleCnt="0"/>
      <dgm:spPr/>
    </dgm:pt>
    <dgm:pt modelId="{D493F104-7777-49DC-AFD3-EAB5E5A0CE25}" type="pres">
      <dgm:prSet presAssocID="{F5829FCB-D79D-4837-88F1-4DA4D5F0E28B}" presName="imageRepeatNode" presStyleLbl="node1" presStyleIdx="0" presStyleCnt="3"/>
      <dgm:spPr/>
    </dgm:pt>
    <dgm:pt modelId="{237A5D20-3252-465D-817E-651D7EF8C74B}" type="pres">
      <dgm:prSet presAssocID="{B757EC68-E1E3-46A7-B839-C903ABB30F7D}" presName="parentText_2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83848B3E-40F9-4B30-818D-81E86F361E4C}" type="pres">
      <dgm:prSet presAssocID="{B757EC68-E1E3-46A7-B839-C903ABB30F7D}" presName="childText_2" presStyleLbl="node2" presStyleIdx="0" presStyleCnt="0" custScaleY="39670" custLinFactNeighborX="1576" custLinFactNeighborY="977">
        <dgm:presLayoutVars>
          <dgm:chMax val="0"/>
          <dgm:chPref val="0"/>
          <dgm:bulletEnabled val="1"/>
        </dgm:presLayoutVars>
      </dgm:prSet>
      <dgm:spPr/>
    </dgm:pt>
    <dgm:pt modelId="{14C31D1C-03C6-4553-9BA6-CF26CD969CD3}" type="pres">
      <dgm:prSet presAssocID="{B757EC68-E1E3-46A7-B839-C903ABB30F7D}" presName="accentShape_2" presStyleCnt="0"/>
      <dgm:spPr/>
    </dgm:pt>
    <dgm:pt modelId="{AD6C209B-A7B9-441E-B556-64F17164AC1E}" type="pres">
      <dgm:prSet presAssocID="{B757EC68-E1E3-46A7-B839-C903ABB30F7D}" presName="imageRepeatNode" presStyleLbl="node1" presStyleIdx="1" presStyleCnt="3"/>
      <dgm:spPr/>
    </dgm:pt>
    <dgm:pt modelId="{67D6534B-EF1F-46C0-A152-B3E302C1A7FA}" type="pres">
      <dgm:prSet presAssocID="{414D0046-03DA-40F0-89BC-D03B918B061E}" presName="parentText_3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A0DAF4C0-C7A1-4B56-974A-13B1CAC49282}" type="pres">
      <dgm:prSet presAssocID="{414D0046-03DA-40F0-89BC-D03B918B061E}" presName="childText_3" presStyleLbl="node2" presStyleIdx="0" presStyleCnt="0" custScaleY="38911" custLinFactNeighborX="788" custLinFactNeighborY="19542">
        <dgm:presLayoutVars>
          <dgm:chMax val="0"/>
          <dgm:chPref val="0"/>
          <dgm:bulletEnabled val="1"/>
        </dgm:presLayoutVars>
      </dgm:prSet>
      <dgm:spPr/>
    </dgm:pt>
    <dgm:pt modelId="{C6AFE9C1-DC48-4B16-BB21-17E058310059}" type="pres">
      <dgm:prSet presAssocID="{414D0046-03DA-40F0-89BC-D03B918B061E}" presName="accentShape_3" presStyleCnt="0"/>
      <dgm:spPr/>
    </dgm:pt>
    <dgm:pt modelId="{C1F59B08-712D-41E4-9251-83C845ACA229}" type="pres">
      <dgm:prSet presAssocID="{414D0046-03DA-40F0-89BC-D03B918B061E}" presName="imageRepeatNode" presStyleLbl="node1" presStyleIdx="2" presStyleCnt="3"/>
      <dgm:spPr/>
    </dgm:pt>
  </dgm:ptLst>
  <dgm:cxnLst>
    <dgm:cxn modelId="{06557723-DA23-4696-ACD2-BD6220DDA0FC}" type="presOf" srcId="{6C622A82-ED92-4F8B-AAE7-668CE9C11738}" destId="{36647249-4BF2-411A-BEE5-6F2EAAEE9B46}" srcOrd="0" destOrd="0" presId="urn:microsoft.com/office/officeart/2009/3/layout/BlockDescendingList"/>
    <dgm:cxn modelId="{430F7127-C753-448D-8917-2301412A561C}" srcId="{6C622A82-ED92-4F8B-AAE7-668CE9C11738}" destId="{B757EC68-E1E3-46A7-B839-C903ABB30F7D}" srcOrd="1" destOrd="0" parTransId="{70316DB5-1136-4952-9260-7464DE86BDA4}" sibTransId="{2956554C-0F23-49D8-AE3E-C10EFDB091F1}"/>
    <dgm:cxn modelId="{E8D3D02B-00D5-474B-990D-EA766E1FC8AC}" type="presOf" srcId="{414D0046-03DA-40F0-89BC-D03B918B061E}" destId="{67D6534B-EF1F-46C0-A152-B3E302C1A7FA}" srcOrd="0" destOrd="0" presId="urn:microsoft.com/office/officeart/2009/3/layout/BlockDescendingList"/>
    <dgm:cxn modelId="{30FDD63E-64CF-4698-862E-2CCEC9383A2F}" type="presOf" srcId="{F5829FCB-D79D-4837-88F1-4DA4D5F0E28B}" destId="{D493F104-7777-49DC-AFD3-EAB5E5A0CE25}" srcOrd="1" destOrd="0" presId="urn:microsoft.com/office/officeart/2009/3/layout/BlockDescendingList"/>
    <dgm:cxn modelId="{7F8D9C5C-53D2-431D-B542-8E035DF72933}" srcId="{6C622A82-ED92-4F8B-AAE7-668CE9C11738}" destId="{F5829FCB-D79D-4837-88F1-4DA4D5F0E28B}" srcOrd="0" destOrd="0" parTransId="{434C8ABF-B375-4262-88D3-B5588A11E4C2}" sibTransId="{B083C806-5508-4329-9EA4-80F8E45D0131}"/>
    <dgm:cxn modelId="{A3170948-054B-481E-9E5A-74C21139F21A}" srcId="{B757EC68-E1E3-46A7-B839-C903ABB30F7D}" destId="{1808DF2F-267D-4D7F-991A-32AEF44EA1FC}" srcOrd="0" destOrd="0" parTransId="{1605917F-ED96-4353-ABAC-EC133EEC0F64}" sibTransId="{DC6AC980-6F34-4919-9919-D18FA5EFA4ED}"/>
    <dgm:cxn modelId="{FE694E6D-16CD-47B4-B597-BE1CF8B12189}" type="presOf" srcId="{414D0046-03DA-40F0-89BC-D03B918B061E}" destId="{C1F59B08-712D-41E4-9251-83C845ACA229}" srcOrd="1" destOrd="0" presId="urn:microsoft.com/office/officeart/2009/3/layout/BlockDescendingList"/>
    <dgm:cxn modelId="{2F589851-E346-495F-8CBD-6D12EB6C700A}" type="presOf" srcId="{97B455D8-C8C8-4396-9DAA-3EC775ADF826}" destId="{A0DAF4C0-C7A1-4B56-974A-13B1CAC49282}" srcOrd="0" destOrd="0" presId="urn:microsoft.com/office/officeart/2009/3/layout/BlockDescendingList"/>
    <dgm:cxn modelId="{E7CD80B0-AE4F-4A89-8ED7-944F0977AC27}" srcId="{6C622A82-ED92-4F8B-AAE7-668CE9C11738}" destId="{414D0046-03DA-40F0-89BC-D03B918B061E}" srcOrd="2" destOrd="0" parTransId="{0F0CCC65-B168-4015-A62A-A0983CF6127D}" sibTransId="{24D6A18D-0027-45EA-9CB4-10C55C772A8F}"/>
    <dgm:cxn modelId="{D9DBD5B6-A3BB-4CCD-84B0-9700F0E33D54}" srcId="{414D0046-03DA-40F0-89BC-D03B918B061E}" destId="{97B455D8-C8C8-4396-9DAA-3EC775ADF826}" srcOrd="0" destOrd="0" parTransId="{0685B008-E39E-4412-9064-4C1479E508A5}" sibTransId="{A3CA2408-C8C1-47B9-AA9E-56BF03AEFAC7}"/>
    <dgm:cxn modelId="{71FD6CC3-6921-424C-B14E-7D56E91E39C1}" type="presOf" srcId="{038FD7D0-E778-44AE-A2AF-BC7AD8682A4C}" destId="{6AAFBBE5-A5ED-40A7-BA04-A14E324F1582}" srcOrd="0" destOrd="0" presId="urn:microsoft.com/office/officeart/2009/3/layout/BlockDescendingList"/>
    <dgm:cxn modelId="{844FCAD6-FF1A-4560-BC54-9AA5A8CFB9B3}" srcId="{F5829FCB-D79D-4837-88F1-4DA4D5F0E28B}" destId="{038FD7D0-E778-44AE-A2AF-BC7AD8682A4C}" srcOrd="0" destOrd="0" parTransId="{87324756-4408-4E35-B8A5-64AEEFC8D1B8}" sibTransId="{1CAF276F-06BB-4747-B4BB-5887C2463E13}"/>
    <dgm:cxn modelId="{843521E5-13DF-4560-8BC7-0103D41928FC}" type="presOf" srcId="{B757EC68-E1E3-46A7-B839-C903ABB30F7D}" destId="{237A5D20-3252-465D-817E-651D7EF8C74B}" srcOrd="0" destOrd="0" presId="urn:microsoft.com/office/officeart/2009/3/layout/BlockDescendingList"/>
    <dgm:cxn modelId="{C2CBB6E7-9086-4A6C-8A89-10A3D682D32C}" type="presOf" srcId="{F5829FCB-D79D-4837-88F1-4DA4D5F0E28B}" destId="{826C5CEC-D473-4E10-B839-2A0E63D038AD}" srcOrd="0" destOrd="0" presId="urn:microsoft.com/office/officeart/2009/3/layout/BlockDescendingList"/>
    <dgm:cxn modelId="{8B96F2E8-8172-4335-A5F0-B4941262E8CF}" type="presOf" srcId="{B757EC68-E1E3-46A7-B839-C903ABB30F7D}" destId="{AD6C209B-A7B9-441E-B556-64F17164AC1E}" srcOrd="1" destOrd="0" presId="urn:microsoft.com/office/officeart/2009/3/layout/BlockDescendingList"/>
    <dgm:cxn modelId="{87A432F9-CAF6-4EE1-8C96-C27EA5F78872}" type="presOf" srcId="{1808DF2F-267D-4D7F-991A-32AEF44EA1FC}" destId="{83848B3E-40F9-4B30-818D-81E86F361E4C}" srcOrd="0" destOrd="0" presId="urn:microsoft.com/office/officeart/2009/3/layout/BlockDescendingList"/>
    <dgm:cxn modelId="{A1D43F83-897D-48E5-B85F-D6CCE3042D53}" type="presParOf" srcId="{36647249-4BF2-411A-BEE5-6F2EAAEE9B46}" destId="{826C5CEC-D473-4E10-B839-2A0E63D038AD}" srcOrd="0" destOrd="0" presId="urn:microsoft.com/office/officeart/2009/3/layout/BlockDescendingList"/>
    <dgm:cxn modelId="{FB391607-DDB4-4E06-8A7C-F449693AB624}" type="presParOf" srcId="{36647249-4BF2-411A-BEE5-6F2EAAEE9B46}" destId="{6AAFBBE5-A5ED-40A7-BA04-A14E324F1582}" srcOrd="1" destOrd="0" presId="urn:microsoft.com/office/officeart/2009/3/layout/BlockDescendingList"/>
    <dgm:cxn modelId="{FB7B6D5F-B27D-4135-9192-68AF1A8E5E75}" type="presParOf" srcId="{36647249-4BF2-411A-BEE5-6F2EAAEE9B46}" destId="{E417F351-4A02-4A8B-9749-5CAFDD201F40}" srcOrd="2" destOrd="0" presId="urn:microsoft.com/office/officeart/2009/3/layout/BlockDescendingList"/>
    <dgm:cxn modelId="{F8628FEC-31B1-40BD-8B53-C249CA114056}" type="presParOf" srcId="{E417F351-4A02-4A8B-9749-5CAFDD201F40}" destId="{D493F104-7777-49DC-AFD3-EAB5E5A0CE25}" srcOrd="0" destOrd="0" presId="urn:microsoft.com/office/officeart/2009/3/layout/BlockDescendingList"/>
    <dgm:cxn modelId="{8CD47633-43EA-42A3-845F-D1F45D33B35D}" type="presParOf" srcId="{36647249-4BF2-411A-BEE5-6F2EAAEE9B46}" destId="{237A5D20-3252-465D-817E-651D7EF8C74B}" srcOrd="3" destOrd="0" presId="urn:microsoft.com/office/officeart/2009/3/layout/BlockDescendingList"/>
    <dgm:cxn modelId="{4D38437A-F816-4622-A390-E43122A858ED}" type="presParOf" srcId="{36647249-4BF2-411A-BEE5-6F2EAAEE9B46}" destId="{83848B3E-40F9-4B30-818D-81E86F361E4C}" srcOrd="4" destOrd="0" presId="urn:microsoft.com/office/officeart/2009/3/layout/BlockDescendingList"/>
    <dgm:cxn modelId="{667D43A5-11F4-45AA-8E26-1150CFC95F7E}" type="presParOf" srcId="{36647249-4BF2-411A-BEE5-6F2EAAEE9B46}" destId="{14C31D1C-03C6-4553-9BA6-CF26CD969CD3}" srcOrd="5" destOrd="0" presId="urn:microsoft.com/office/officeart/2009/3/layout/BlockDescendingList"/>
    <dgm:cxn modelId="{9A5D8C21-1312-4E27-A446-3D53508749C4}" type="presParOf" srcId="{14C31D1C-03C6-4553-9BA6-CF26CD969CD3}" destId="{AD6C209B-A7B9-441E-B556-64F17164AC1E}" srcOrd="0" destOrd="0" presId="urn:microsoft.com/office/officeart/2009/3/layout/BlockDescendingList"/>
    <dgm:cxn modelId="{83BE2FF0-73B9-405C-8CBB-ADE92CB70941}" type="presParOf" srcId="{36647249-4BF2-411A-BEE5-6F2EAAEE9B46}" destId="{67D6534B-EF1F-46C0-A152-B3E302C1A7FA}" srcOrd="6" destOrd="0" presId="urn:microsoft.com/office/officeart/2009/3/layout/BlockDescendingList"/>
    <dgm:cxn modelId="{9607E7C7-568E-4B01-A711-869211EC11A5}" type="presParOf" srcId="{36647249-4BF2-411A-BEE5-6F2EAAEE9B46}" destId="{A0DAF4C0-C7A1-4B56-974A-13B1CAC49282}" srcOrd="7" destOrd="0" presId="urn:microsoft.com/office/officeart/2009/3/layout/BlockDescendingList"/>
    <dgm:cxn modelId="{E3F2B105-8ABF-420F-9895-53246EA02DE8}" type="presParOf" srcId="{36647249-4BF2-411A-BEE5-6F2EAAEE9B46}" destId="{C6AFE9C1-DC48-4B16-BB21-17E058310059}" srcOrd="8" destOrd="0" presId="urn:microsoft.com/office/officeart/2009/3/layout/BlockDescendingList"/>
    <dgm:cxn modelId="{86ED92F0-398B-49D3-9DE1-F47A19021346}" type="presParOf" srcId="{C6AFE9C1-DC48-4B16-BB21-17E058310059}" destId="{C1F59B08-712D-41E4-9251-83C845ACA229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D1BB0F-A97B-4882-84A6-2112A6AE1BBB}" type="doc">
      <dgm:prSet loTypeId="urn:microsoft.com/office/officeart/2005/8/layout/vList3" loCatId="picture" qsTypeId="urn:microsoft.com/office/officeart/2005/8/quickstyle/simple1" qsCatId="simple" csTypeId="urn:microsoft.com/office/officeart/2005/8/colors/colorful1" csCatId="colorful" phldr="1"/>
      <dgm:spPr/>
    </dgm:pt>
    <dgm:pt modelId="{FAC57383-12F3-4EB0-822B-361417617E70}">
      <dgm:prSet phldrT="[Texte]"/>
      <dgm:spPr/>
      <dgm:t>
        <a:bodyPr/>
        <a:lstStyle/>
        <a:p>
          <a:r>
            <a:rPr lang="en-US" dirty="0"/>
            <a:t>User Management</a:t>
          </a:r>
        </a:p>
      </dgm:t>
    </dgm:pt>
    <dgm:pt modelId="{D9E71BC4-9468-4240-968A-C1F309DBA1FD}" type="parTrans" cxnId="{09EFFE7A-C600-42A9-8BF2-448A5B481A08}">
      <dgm:prSet/>
      <dgm:spPr/>
      <dgm:t>
        <a:bodyPr/>
        <a:lstStyle/>
        <a:p>
          <a:endParaRPr lang="en-US"/>
        </a:p>
      </dgm:t>
    </dgm:pt>
    <dgm:pt modelId="{743D6F53-2CB4-4244-B18B-D2AFFF13ACBD}" type="sibTrans" cxnId="{09EFFE7A-C600-42A9-8BF2-448A5B481A08}">
      <dgm:prSet/>
      <dgm:spPr/>
      <dgm:t>
        <a:bodyPr/>
        <a:lstStyle/>
        <a:p>
          <a:endParaRPr lang="en-US"/>
        </a:p>
      </dgm:t>
    </dgm:pt>
    <dgm:pt modelId="{AC78AE9C-B9D3-40AA-B016-5AE34B9FCA77}">
      <dgm:prSet phldrT="[Texte]"/>
      <dgm:spPr/>
      <dgm:t>
        <a:bodyPr/>
        <a:lstStyle/>
        <a:p>
          <a:r>
            <a:rPr lang="en-US" dirty="0"/>
            <a:t>Attendance Management</a:t>
          </a:r>
        </a:p>
      </dgm:t>
    </dgm:pt>
    <dgm:pt modelId="{39E86261-40C5-4B77-A63C-11AD4690E42E}" type="parTrans" cxnId="{53C2A7C6-0353-4035-B8F0-3652E857C4D3}">
      <dgm:prSet/>
      <dgm:spPr/>
      <dgm:t>
        <a:bodyPr/>
        <a:lstStyle/>
        <a:p>
          <a:endParaRPr lang="en-US"/>
        </a:p>
      </dgm:t>
    </dgm:pt>
    <dgm:pt modelId="{3C7DDF7A-A32C-4848-8DCC-DA8A0278DC12}" type="sibTrans" cxnId="{53C2A7C6-0353-4035-B8F0-3652E857C4D3}">
      <dgm:prSet/>
      <dgm:spPr/>
      <dgm:t>
        <a:bodyPr/>
        <a:lstStyle/>
        <a:p>
          <a:endParaRPr lang="en-US"/>
        </a:p>
      </dgm:t>
    </dgm:pt>
    <dgm:pt modelId="{4370FB10-E1F4-445F-B78E-B8C9D3576A5B}">
      <dgm:prSet phldrT="[Texte]"/>
      <dgm:spPr/>
      <dgm:t>
        <a:bodyPr/>
        <a:lstStyle/>
        <a:p>
          <a:r>
            <a:rPr lang="en-US" dirty="0"/>
            <a:t>Data Management</a:t>
          </a:r>
        </a:p>
      </dgm:t>
    </dgm:pt>
    <dgm:pt modelId="{08F5AE8B-9EFA-4B2A-A554-E48DC94097A0}" type="parTrans" cxnId="{2BFBF6E1-CC09-4949-8DB8-12ADF5F8B182}">
      <dgm:prSet/>
      <dgm:spPr/>
      <dgm:t>
        <a:bodyPr/>
        <a:lstStyle/>
        <a:p>
          <a:endParaRPr lang="en-US"/>
        </a:p>
      </dgm:t>
    </dgm:pt>
    <dgm:pt modelId="{93396885-A5E8-4888-B65D-CDBE9755173D}" type="sibTrans" cxnId="{2BFBF6E1-CC09-4949-8DB8-12ADF5F8B182}">
      <dgm:prSet/>
      <dgm:spPr/>
      <dgm:t>
        <a:bodyPr/>
        <a:lstStyle/>
        <a:p>
          <a:endParaRPr lang="en-US"/>
        </a:p>
      </dgm:t>
    </dgm:pt>
    <dgm:pt modelId="{643BDA30-34A6-4C20-A501-BAE0A4D2BCEB}" type="pres">
      <dgm:prSet presAssocID="{C8D1BB0F-A97B-4882-84A6-2112A6AE1BBB}" presName="linearFlow" presStyleCnt="0">
        <dgm:presLayoutVars>
          <dgm:dir/>
          <dgm:resizeHandles val="exact"/>
        </dgm:presLayoutVars>
      </dgm:prSet>
      <dgm:spPr/>
    </dgm:pt>
    <dgm:pt modelId="{C1F3AA72-1E01-4462-BC0A-C6C59F9399EC}" type="pres">
      <dgm:prSet presAssocID="{FAC57383-12F3-4EB0-822B-361417617E70}" presName="composite" presStyleCnt="0"/>
      <dgm:spPr/>
    </dgm:pt>
    <dgm:pt modelId="{41985E92-4355-4881-9F52-A06523FD9E7B}" type="pres">
      <dgm:prSet presAssocID="{FAC57383-12F3-4EB0-822B-361417617E70}" presName="imgShp" presStyleLbl="fgImgPlace1" presStyleIdx="0" presStyleCnt="3" custScaleX="179069" custScaleY="163344"/>
      <dgm:spPr>
        <a:blipFill rotWithShape="1">
          <a:blip xmlns:r="http://schemas.openxmlformats.org/officeDocument/2006/relationships" r:embed="rId1"/>
          <a:srcRect/>
          <a:stretch>
            <a:fillRect t="-13000" b="-13000"/>
          </a:stretch>
        </a:blipFill>
      </dgm:spPr>
    </dgm:pt>
    <dgm:pt modelId="{45B578F5-1AA2-466F-A9D8-5672F0325C13}" type="pres">
      <dgm:prSet presAssocID="{FAC57383-12F3-4EB0-822B-361417617E70}" presName="txShp" presStyleLbl="node1" presStyleIdx="0" presStyleCnt="3">
        <dgm:presLayoutVars>
          <dgm:bulletEnabled val="1"/>
        </dgm:presLayoutVars>
      </dgm:prSet>
      <dgm:spPr/>
    </dgm:pt>
    <dgm:pt modelId="{FA86CB14-C4A9-40BF-B77F-AF87F49D0871}" type="pres">
      <dgm:prSet presAssocID="{743D6F53-2CB4-4244-B18B-D2AFFF13ACBD}" presName="spacing" presStyleCnt="0"/>
      <dgm:spPr/>
    </dgm:pt>
    <dgm:pt modelId="{F630F8CB-EEED-43D4-A962-388B1936DB1E}" type="pres">
      <dgm:prSet presAssocID="{AC78AE9C-B9D3-40AA-B016-5AE34B9FCA77}" presName="composite" presStyleCnt="0"/>
      <dgm:spPr/>
    </dgm:pt>
    <dgm:pt modelId="{8180FDA8-F6E0-4A65-A135-1E6CBA2FD00F}" type="pres">
      <dgm:prSet presAssocID="{AC78AE9C-B9D3-40AA-B016-5AE34B9FCA77}" presName="imgShp" presStyleLbl="fgImgPlace1" presStyleIdx="1" presStyleCnt="3" custScaleX="163667" custScaleY="161023" custLinFactNeighborX="-1289" custLinFactNeighborY="-3868"/>
      <dgm:spPr>
        <a:blipFill rotWithShape="1">
          <a:blip xmlns:r="http://schemas.openxmlformats.org/officeDocument/2006/relationships" r:embed="rId2"/>
          <a:srcRect/>
          <a:stretch>
            <a:fillRect t="-25000" b="-25000"/>
          </a:stretch>
        </a:blipFill>
      </dgm:spPr>
    </dgm:pt>
    <dgm:pt modelId="{C828E010-6BA4-498E-AB07-17682C77990C}" type="pres">
      <dgm:prSet presAssocID="{AC78AE9C-B9D3-40AA-B016-5AE34B9FCA77}" presName="txShp" presStyleLbl="node1" presStyleIdx="1" presStyleCnt="3">
        <dgm:presLayoutVars>
          <dgm:bulletEnabled val="1"/>
        </dgm:presLayoutVars>
      </dgm:prSet>
      <dgm:spPr/>
    </dgm:pt>
    <dgm:pt modelId="{E3A74759-1EF7-4B3F-AEE4-E6D33E40727D}" type="pres">
      <dgm:prSet presAssocID="{3C7DDF7A-A32C-4848-8DCC-DA8A0278DC12}" presName="spacing" presStyleCnt="0"/>
      <dgm:spPr/>
    </dgm:pt>
    <dgm:pt modelId="{F7A43658-7CA5-4D30-9E9A-EA12CC8C4C80}" type="pres">
      <dgm:prSet presAssocID="{4370FB10-E1F4-445F-B78E-B8C9D3576A5B}" presName="composite" presStyleCnt="0"/>
      <dgm:spPr/>
    </dgm:pt>
    <dgm:pt modelId="{A1917B18-FAE0-404D-922C-9FA9C34196F3}" type="pres">
      <dgm:prSet presAssocID="{4370FB10-E1F4-445F-B78E-B8C9D3576A5B}" presName="imgShp" presStyleLbl="fgImgPlace1" presStyleIdx="2" presStyleCnt="3" custScaleX="181750" custScaleY="175288"/>
      <dgm:spPr>
        <a:blipFill rotWithShape="1">
          <a:blip xmlns:r="http://schemas.openxmlformats.org/officeDocument/2006/relationships" r:embed="rId3"/>
          <a:srcRect/>
          <a:stretch>
            <a:fillRect t="-2000" b="-2000"/>
          </a:stretch>
        </a:blipFill>
      </dgm:spPr>
    </dgm:pt>
    <dgm:pt modelId="{3C800B5B-67D7-4307-85AD-D98AB246AEA2}" type="pres">
      <dgm:prSet presAssocID="{4370FB10-E1F4-445F-B78E-B8C9D3576A5B}" presName="txShp" presStyleLbl="node1" presStyleIdx="2" presStyleCnt="3">
        <dgm:presLayoutVars>
          <dgm:bulletEnabled val="1"/>
        </dgm:presLayoutVars>
      </dgm:prSet>
      <dgm:spPr/>
    </dgm:pt>
  </dgm:ptLst>
  <dgm:cxnLst>
    <dgm:cxn modelId="{60DF203A-4DAC-421F-BC69-60006E88647D}" type="presOf" srcId="{FAC57383-12F3-4EB0-822B-361417617E70}" destId="{45B578F5-1AA2-466F-A9D8-5672F0325C13}" srcOrd="0" destOrd="0" presId="urn:microsoft.com/office/officeart/2005/8/layout/vList3"/>
    <dgm:cxn modelId="{E33BBE5D-5346-44B4-A6F2-55F643668FDB}" type="presOf" srcId="{AC78AE9C-B9D3-40AA-B016-5AE34B9FCA77}" destId="{C828E010-6BA4-498E-AB07-17682C77990C}" srcOrd="0" destOrd="0" presId="urn:microsoft.com/office/officeart/2005/8/layout/vList3"/>
    <dgm:cxn modelId="{09EFFE7A-C600-42A9-8BF2-448A5B481A08}" srcId="{C8D1BB0F-A97B-4882-84A6-2112A6AE1BBB}" destId="{FAC57383-12F3-4EB0-822B-361417617E70}" srcOrd="0" destOrd="0" parTransId="{D9E71BC4-9468-4240-968A-C1F309DBA1FD}" sibTransId="{743D6F53-2CB4-4244-B18B-D2AFFF13ACBD}"/>
    <dgm:cxn modelId="{6385BD98-4F50-45FD-877E-1D4F0CF0FA70}" type="presOf" srcId="{C8D1BB0F-A97B-4882-84A6-2112A6AE1BBB}" destId="{643BDA30-34A6-4C20-A501-BAE0A4D2BCEB}" srcOrd="0" destOrd="0" presId="urn:microsoft.com/office/officeart/2005/8/layout/vList3"/>
    <dgm:cxn modelId="{53C2A7C6-0353-4035-B8F0-3652E857C4D3}" srcId="{C8D1BB0F-A97B-4882-84A6-2112A6AE1BBB}" destId="{AC78AE9C-B9D3-40AA-B016-5AE34B9FCA77}" srcOrd="1" destOrd="0" parTransId="{39E86261-40C5-4B77-A63C-11AD4690E42E}" sibTransId="{3C7DDF7A-A32C-4848-8DCC-DA8A0278DC12}"/>
    <dgm:cxn modelId="{96DC9FD1-9D09-450D-BFBE-B81DEC79DFE2}" type="presOf" srcId="{4370FB10-E1F4-445F-B78E-B8C9D3576A5B}" destId="{3C800B5B-67D7-4307-85AD-D98AB246AEA2}" srcOrd="0" destOrd="0" presId="urn:microsoft.com/office/officeart/2005/8/layout/vList3"/>
    <dgm:cxn modelId="{2BFBF6E1-CC09-4949-8DB8-12ADF5F8B182}" srcId="{C8D1BB0F-A97B-4882-84A6-2112A6AE1BBB}" destId="{4370FB10-E1F4-445F-B78E-B8C9D3576A5B}" srcOrd="2" destOrd="0" parTransId="{08F5AE8B-9EFA-4B2A-A554-E48DC94097A0}" sibTransId="{93396885-A5E8-4888-B65D-CDBE9755173D}"/>
    <dgm:cxn modelId="{5FE73454-9AF4-4ED6-9B58-C6DCED591C88}" type="presParOf" srcId="{643BDA30-34A6-4C20-A501-BAE0A4D2BCEB}" destId="{C1F3AA72-1E01-4462-BC0A-C6C59F9399EC}" srcOrd="0" destOrd="0" presId="urn:microsoft.com/office/officeart/2005/8/layout/vList3"/>
    <dgm:cxn modelId="{666A3864-0D33-4F92-9B41-00792F2F4549}" type="presParOf" srcId="{C1F3AA72-1E01-4462-BC0A-C6C59F9399EC}" destId="{41985E92-4355-4881-9F52-A06523FD9E7B}" srcOrd="0" destOrd="0" presId="urn:microsoft.com/office/officeart/2005/8/layout/vList3"/>
    <dgm:cxn modelId="{D18BCB94-56CA-40B6-A307-DDFAC55F8F41}" type="presParOf" srcId="{C1F3AA72-1E01-4462-BC0A-C6C59F9399EC}" destId="{45B578F5-1AA2-466F-A9D8-5672F0325C13}" srcOrd="1" destOrd="0" presId="urn:microsoft.com/office/officeart/2005/8/layout/vList3"/>
    <dgm:cxn modelId="{3A9DA307-F81F-4DE0-95A3-A002732AFEDE}" type="presParOf" srcId="{643BDA30-34A6-4C20-A501-BAE0A4D2BCEB}" destId="{FA86CB14-C4A9-40BF-B77F-AF87F49D0871}" srcOrd="1" destOrd="0" presId="urn:microsoft.com/office/officeart/2005/8/layout/vList3"/>
    <dgm:cxn modelId="{4A9D8958-065C-4B9F-A60A-538F01741CF6}" type="presParOf" srcId="{643BDA30-34A6-4C20-A501-BAE0A4D2BCEB}" destId="{F630F8CB-EEED-43D4-A962-388B1936DB1E}" srcOrd="2" destOrd="0" presId="urn:microsoft.com/office/officeart/2005/8/layout/vList3"/>
    <dgm:cxn modelId="{05CFAFC7-38F8-49AF-9E1E-399C405852CE}" type="presParOf" srcId="{F630F8CB-EEED-43D4-A962-388B1936DB1E}" destId="{8180FDA8-F6E0-4A65-A135-1E6CBA2FD00F}" srcOrd="0" destOrd="0" presId="urn:microsoft.com/office/officeart/2005/8/layout/vList3"/>
    <dgm:cxn modelId="{A0EEA384-DBB4-4EB6-8043-65F6CC184A17}" type="presParOf" srcId="{F630F8CB-EEED-43D4-A962-388B1936DB1E}" destId="{C828E010-6BA4-498E-AB07-17682C77990C}" srcOrd="1" destOrd="0" presId="urn:microsoft.com/office/officeart/2005/8/layout/vList3"/>
    <dgm:cxn modelId="{7FA68F39-40AC-488D-B952-AA4803849D32}" type="presParOf" srcId="{643BDA30-34A6-4C20-A501-BAE0A4D2BCEB}" destId="{E3A74759-1EF7-4B3F-AEE4-E6D33E40727D}" srcOrd="3" destOrd="0" presId="urn:microsoft.com/office/officeart/2005/8/layout/vList3"/>
    <dgm:cxn modelId="{CCD5AC62-811D-496A-9D70-1B99E61CF647}" type="presParOf" srcId="{643BDA30-34A6-4C20-A501-BAE0A4D2BCEB}" destId="{F7A43658-7CA5-4D30-9E9A-EA12CC8C4C80}" srcOrd="4" destOrd="0" presId="urn:microsoft.com/office/officeart/2005/8/layout/vList3"/>
    <dgm:cxn modelId="{86134693-9570-44E6-B170-0A78033DE903}" type="presParOf" srcId="{F7A43658-7CA5-4D30-9E9A-EA12CC8C4C80}" destId="{A1917B18-FAE0-404D-922C-9FA9C34196F3}" srcOrd="0" destOrd="0" presId="urn:microsoft.com/office/officeart/2005/8/layout/vList3"/>
    <dgm:cxn modelId="{268B192E-EC2C-41FA-9E40-A66716E160F1}" type="presParOf" srcId="{F7A43658-7CA5-4D30-9E9A-EA12CC8C4C80}" destId="{3C800B5B-67D7-4307-85AD-D98AB246AEA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ACB921-338A-4A64-AE0B-02597CEECD2F}" type="doc">
      <dgm:prSet loTypeId="urn:microsoft.com/office/officeart/2005/8/layout/matrix3" loCatId="matrix" qsTypeId="urn:microsoft.com/office/officeart/2005/8/quickstyle/3d2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17DB8D-0120-4B4E-88F2-3A6B9FF837E7}">
      <dgm:prSet phldrT="[Texte]"/>
      <dgm:spPr/>
      <dgm:t>
        <a:bodyPr/>
        <a:lstStyle/>
        <a:p>
          <a:r>
            <a:rPr lang="en-US" dirty="0"/>
            <a:t>Platform Compatibility</a:t>
          </a:r>
        </a:p>
      </dgm:t>
    </dgm:pt>
    <dgm:pt modelId="{DCE82C83-3668-4DF5-B705-D1561B973745}" type="parTrans" cxnId="{AFE03714-28B5-4073-A22C-EE3A570F2D88}">
      <dgm:prSet/>
      <dgm:spPr/>
      <dgm:t>
        <a:bodyPr/>
        <a:lstStyle/>
        <a:p>
          <a:endParaRPr lang="en-US"/>
        </a:p>
      </dgm:t>
    </dgm:pt>
    <dgm:pt modelId="{BDEF1631-5DB1-4E13-9F09-A60DF51BD1C7}" type="sibTrans" cxnId="{AFE03714-28B5-4073-A22C-EE3A570F2D88}">
      <dgm:prSet/>
      <dgm:spPr/>
      <dgm:t>
        <a:bodyPr/>
        <a:lstStyle/>
        <a:p>
          <a:endParaRPr lang="en-US"/>
        </a:p>
      </dgm:t>
    </dgm:pt>
    <dgm:pt modelId="{AD2F3F1B-B492-4072-950A-7EA46D95CA54}">
      <dgm:prSet phldrT="[Texte]"/>
      <dgm:spPr/>
      <dgm:t>
        <a:bodyPr/>
        <a:lstStyle/>
        <a:p>
          <a:r>
            <a:rPr lang="en-US" dirty="0"/>
            <a:t>Model and Version Control</a:t>
          </a:r>
        </a:p>
      </dgm:t>
    </dgm:pt>
    <dgm:pt modelId="{D2133307-AB8A-49C7-83A6-2B311F4FF7CF}" type="parTrans" cxnId="{290957CF-55C2-4F0E-83EA-EE5A73686006}">
      <dgm:prSet/>
      <dgm:spPr/>
      <dgm:t>
        <a:bodyPr/>
        <a:lstStyle/>
        <a:p>
          <a:endParaRPr lang="en-US"/>
        </a:p>
      </dgm:t>
    </dgm:pt>
    <dgm:pt modelId="{946BA305-C744-4EAB-82F8-C301A009402A}" type="sibTrans" cxnId="{290957CF-55C2-4F0E-83EA-EE5A73686006}">
      <dgm:prSet/>
      <dgm:spPr/>
      <dgm:t>
        <a:bodyPr/>
        <a:lstStyle/>
        <a:p>
          <a:endParaRPr lang="en-US"/>
        </a:p>
      </dgm:t>
    </dgm:pt>
    <dgm:pt modelId="{7D26A392-4C27-4028-945B-30598A09B282}">
      <dgm:prSet phldrT="[Texte]"/>
      <dgm:spPr/>
      <dgm:t>
        <a:bodyPr/>
        <a:lstStyle/>
        <a:p>
          <a:r>
            <a:rPr lang="en-US" dirty="0"/>
            <a:t>Integration</a:t>
          </a:r>
        </a:p>
      </dgm:t>
    </dgm:pt>
    <dgm:pt modelId="{B7C143DE-C1A8-4875-97CD-0B9928E17913}" type="parTrans" cxnId="{A23CBED6-D66A-48BC-AB3D-4D70A7FD7C50}">
      <dgm:prSet/>
      <dgm:spPr/>
      <dgm:t>
        <a:bodyPr/>
        <a:lstStyle/>
        <a:p>
          <a:endParaRPr lang="en-US"/>
        </a:p>
      </dgm:t>
    </dgm:pt>
    <dgm:pt modelId="{5F98279E-910E-42DC-96EA-87530B3D18A7}" type="sibTrans" cxnId="{A23CBED6-D66A-48BC-AB3D-4D70A7FD7C50}">
      <dgm:prSet/>
      <dgm:spPr/>
      <dgm:t>
        <a:bodyPr/>
        <a:lstStyle/>
        <a:p>
          <a:endParaRPr lang="en-US"/>
        </a:p>
      </dgm:t>
    </dgm:pt>
    <dgm:pt modelId="{6BCC13BA-D931-416D-B20D-96348773ACB4}">
      <dgm:prSet phldrT="[Texte]"/>
      <dgm:spPr/>
      <dgm:t>
        <a:bodyPr/>
        <a:lstStyle/>
        <a:p>
          <a:r>
            <a:rPr lang="en-US" dirty="0"/>
            <a:t>Computational Accuracy and Reporting</a:t>
          </a:r>
        </a:p>
      </dgm:t>
    </dgm:pt>
    <dgm:pt modelId="{85C6C916-A68C-4477-8D1D-4D840A4D1982}" type="parTrans" cxnId="{B234FA68-8533-4A3C-B3D3-B8088097E9A5}">
      <dgm:prSet/>
      <dgm:spPr/>
      <dgm:t>
        <a:bodyPr/>
        <a:lstStyle/>
        <a:p>
          <a:endParaRPr lang="en-US"/>
        </a:p>
      </dgm:t>
    </dgm:pt>
    <dgm:pt modelId="{C139159F-CE80-4CE7-9F21-2857D4742B05}" type="sibTrans" cxnId="{B234FA68-8533-4A3C-B3D3-B8088097E9A5}">
      <dgm:prSet/>
      <dgm:spPr/>
      <dgm:t>
        <a:bodyPr/>
        <a:lstStyle/>
        <a:p>
          <a:endParaRPr lang="en-US"/>
        </a:p>
      </dgm:t>
    </dgm:pt>
    <dgm:pt modelId="{B80B882F-2E85-4F60-B5C2-5FDE2238A0A7}" type="pres">
      <dgm:prSet presAssocID="{74ACB921-338A-4A64-AE0B-02597CEECD2F}" presName="matrix" presStyleCnt="0">
        <dgm:presLayoutVars>
          <dgm:chMax val="1"/>
          <dgm:dir/>
          <dgm:resizeHandles val="exact"/>
        </dgm:presLayoutVars>
      </dgm:prSet>
      <dgm:spPr/>
    </dgm:pt>
    <dgm:pt modelId="{4DA0A96E-7B51-4E0E-AF74-5AD52D62BDDF}" type="pres">
      <dgm:prSet presAssocID="{74ACB921-338A-4A64-AE0B-02597CEECD2F}" presName="diamond" presStyleLbl="bgShp" presStyleIdx="0" presStyleCnt="1"/>
      <dgm:spPr/>
    </dgm:pt>
    <dgm:pt modelId="{EFF75A7C-8525-4EA4-9E57-12EAD1F9C05B}" type="pres">
      <dgm:prSet presAssocID="{74ACB921-338A-4A64-AE0B-02597CEECD2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7FA79EC-B4A8-462B-A291-65C720549DFE}" type="pres">
      <dgm:prSet presAssocID="{74ACB921-338A-4A64-AE0B-02597CEECD2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15882F5-4785-4ACF-8320-430A695FF8E9}" type="pres">
      <dgm:prSet presAssocID="{74ACB921-338A-4A64-AE0B-02597CEECD2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AA80B83-E0DE-4C98-AF69-570D1880F760}" type="pres">
      <dgm:prSet presAssocID="{74ACB921-338A-4A64-AE0B-02597CEECD2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FE03714-28B5-4073-A22C-EE3A570F2D88}" srcId="{74ACB921-338A-4A64-AE0B-02597CEECD2F}" destId="{3717DB8D-0120-4B4E-88F2-3A6B9FF837E7}" srcOrd="0" destOrd="0" parTransId="{DCE82C83-3668-4DF5-B705-D1561B973745}" sibTransId="{BDEF1631-5DB1-4E13-9F09-A60DF51BD1C7}"/>
    <dgm:cxn modelId="{B234FA68-8533-4A3C-B3D3-B8088097E9A5}" srcId="{74ACB921-338A-4A64-AE0B-02597CEECD2F}" destId="{6BCC13BA-D931-416D-B20D-96348773ACB4}" srcOrd="3" destOrd="0" parTransId="{85C6C916-A68C-4477-8D1D-4D840A4D1982}" sibTransId="{C139159F-CE80-4CE7-9F21-2857D4742B05}"/>
    <dgm:cxn modelId="{D404C26A-838E-474D-831C-AF6E4548B072}" type="presOf" srcId="{7D26A392-4C27-4028-945B-30598A09B282}" destId="{215882F5-4785-4ACF-8320-430A695FF8E9}" srcOrd="0" destOrd="0" presId="urn:microsoft.com/office/officeart/2005/8/layout/matrix3"/>
    <dgm:cxn modelId="{7AC69775-7DAF-4A2A-9196-94515A9C5466}" type="presOf" srcId="{AD2F3F1B-B492-4072-950A-7EA46D95CA54}" destId="{27FA79EC-B4A8-462B-A291-65C720549DFE}" srcOrd="0" destOrd="0" presId="urn:microsoft.com/office/officeart/2005/8/layout/matrix3"/>
    <dgm:cxn modelId="{4C1B8587-EF0C-426F-B6B3-DA7347C718CF}" type="presOf" srcId="{74ACB921-338A-4A64-AE0B-02597CEECD2F}" destId="{B80B882F-2E85-4F60-B5C2-5FDE2238A0A7}" srcOrd="0" destOrd="0" presId="urn:microsoft.com/office/officeart/2005/8/layout/matrix3"/>
    <dgm:cxn modelId="{BB2A1AA5-0C2E-4607-B9D4-79E3F7B1B258}" type="presOf" srcId="{6BCC13BA-D931-416D-B20D-96348773ACB4}" destId="{8AA80B83-E0DE-4C98-AF69-570D1880F760}" srcOrd="0" destOrd="0" presId="urn:microsoft.com/office/officeart/2005/8/layout/matrix3"/>
    <dgm:cxn modelId="{290957CF-55C2-4F0E-83EA-EE5A73686006}" srcId="{74ACB921-338A-4A64-AE0B-02597CEECD2F}" destId="{AD2F3F1B-B492-4072-950A-7EA46D95CA54}" srcOrd="1" destOrd="0" parTransId="{D2133307-AB8A-49C7-83A6-2B311F4FF7CF}" sibTransId="{946BA305-C744-4EAB-82F8-C301A009402A}"/>
    <dgm:cxn modelId="{A23CBED6-D66A-48BC-AB3D-4D70A7FD7C50}" srcId="{74ACB921-338A-4A64-AE0B-02597CEECD2F}" destId="{7D26A392-4C27-4028-945B-30598A09B282}" srcOrd="2" destOrd="0" parTransId="{B7C143DE-C1A8-4875-97CD-0B9928E17913}" sibTransId="{5F98279E-910E-42DC-96EA-87530B3D18A7}"/>
    <dgm:cxn modelId="{403695F0-4CE6-4824-AF08-0A18A3E71012}" type="presOf" srcId="{3717DB8D-0120-4B4E-88F2-3A6B9FF837E7}" destId="{EFF75A7C-8525-4EA4-9E57-12EAD1F9C05B}" srcOrd="0" destOrd="0" presId="urn:microsoft.com/office/officeart/2005/8/layout/matrix3"/>
    <dgm:cxn modelId="{529230BB-1D21-482D-AEB1-96763342DFEF}" type="presParOf" srcId="{B80B882F-2E85-4F60-B5C2-5FDE2238A0A7}" destId="{4DA0A96E-7B51-4E0E-AF74-5AD52D62BDDF}" srcOrd="0" destOrd="0" presId="urn:microsoft.com/office/officeart/2005/8/layout/matrix3"/>
    <dgm:cxn modelId="{EF76BBD0-F3F9-49C5-95F1-8C75463638DC}" type="presParOf" srcId="{B80B882F-2E85-4F60-B5C2-5FDE2238A0A7}" destId="{EFF75A7C-8525-4EA4-9E57-12EAD1F9C05B}" srcOrd="1" destOrd="0" presId="urn:microsoft.com/office/officeart/2005/8/layout/matrix3"/>
    <dgm:cxn modelId="{7A2FE2A0-F846-4D6B-960F-3A066B015CA8}" type="presParOf" srcId="{B80B882F-2E85-4F60-B5C2-5FDE2238A0A7}" destId="{27FA79EC-B4A8-462B-A291-65C720549DFE}" srcOrd="2" destOrd="0" presId="urn:microsoft.com/office/officeart/2005/8/layout/matrix3"/>
    <dgm:cxn modelId="{3713DDEB-9108-402B-979F-275C0F3F3852}" type="presParOf" srcId="{B80B882F-2E85-4F60-B5C2-5FDE2238A0A7}" destId="{215882F5-4785-4ACF-8320-430A695FF8E9}" srcOrd="3" destOrd="0" presId="urn:microsoft.com/office/officeart/2005/8/layout/matrix3"/>
    <dgm:cxn modelId="{EDFFE4BD-68C1-4BBD-932E-E400B832BE32}" type="presParOf" srcId="{B80B882F-2E85-4F60-B5C2-5FDE2238A0A7}" destId="{8AA80B83-E0DE-4C98-AF69-570D1880F76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E559F-A1CF-46D6-BA86-17974F0D1DF0}">
      <dsp:nvSpPr>
        <dsp:cNvPr id="0" name=""/>
        <dsp:cNvSpPr/>
      </dsp:nvSpPr>
      <dsp:spPr>
        <a:xfrm>
          <a:off x="156289" y="0"/>
          <a:ext cx="4022725" cy="402272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CD834-C5D8-452F-9CDC-D4B32A5FF873}">
      <dsp:nvSpPr>
        <dsp:cNvPr id="0" name=""/>
        <dsp:cNvSpPr/>
      </dsp:nvSpPr>
      <dsp:spPr>
        <a:xfrm>
          <a:off x="2167651" y="404433"/>
          <a:ext cx="2614771" cy="95225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Objectives</a:t>
          </a:r>
        </a:p>
      </dsp:txBody>
      <dsp:txXfrm>
        <a:off x="2214136" y="450918"/>
        <a:ext cx="2521801" cy="859284"/>
      </dsp:txXfrm>
    </dsp:sp>
    <dsp:sp modelId="{D083F14D-7771-4065-8B81-15E1BA5F677F}">
      <dsp:nvSpPr>
        <dsp:cNvPr id="0" name=""/>
        <dsp:cNvSpPr/>
      </dsp:nvSpPr>
      <dsp:spPr>
        <a:xfrm>
          <a:off x="2167651" y="1475719"/>
          <a:ext cx="2614771" cy="95225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Functionalities</a:t>
          </a:r>
        </a:p>
      </dsp:txBody>
      <dsp:txXfrm>
        <a:off x="2214136" y="1522204"/>
        <a:ext cx="2521801" cy="859284"/>
      </dsp:txXfrm>
    </dsp:sp>
    <dsp:sp modelId="{BEA58502-F90C-4A85-92AB-241B894BFA78}">
      <dsp:nvSpPr>
        <dsp:cNvPr id="0" name=""/>
        <dsp:cNvSpPr/>
      </dsp:nvSpPr>
      <dsp:spPr>
        <a:xfrm>
          <a:off x="2167651" y="2547005"/>
          <a:ext cx="2614771" cy="95225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Constraints</a:t>
          </a:r>
        </a:p>
      </dsp:txBody>
      <dsp:txXfrm>
        <a:off x="2214136" y="2593490"/>
        <a:ext cx="2521801" cy="8592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59B08-712D-41E4-9251-83C845ACA229}">
      <dsp:nvSpPr>
        <dsp:cNvPr id="0" name=""/>
        <dsp:cNvSpPr/>
      </dsp:nvSpPr>
      <dsp:spPr>
        <a:xfrm>
          <a:off x="4319385" y="1467763"/>
          <a:ext cx="1815407" cy="3453931"/>
        </a:xfrm>
        <a:prstGeom prst="rect">
          <a:avLst/>
        </a:prstGeom>
        <a:solidFill>
          <a:schemeClr val="accent3">
            <a:hueOff val="1325189"/>
            <a:satOff val="-68025"/>
            <a:lumOff val="47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114300" bIns="254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TECHNICAL REQUIREMENTS</a:t>
          </a:r>
        </a:p>
      </dsp:txBody>
      <dsp:txXfrm rot="16200000">
        <a:off x="4299694" y="2786029"/>
        <a:ext cx="3108538" cy="472006"/>
      </dsp:txXfrm>
    </dsp:sp>
    <dsp:sp modelId="{AD6C209B-A7B9-441E-B556-64F17164AC1E}">
      <dsp:nvSpPr>
        <dsp:cNvPr id="0" name=""/>
        <dsp:cNvSpPr/>
      </dsp:nvSpPr>
      <dsp:spPr>
        <a:xfrm>
          <a:off x="2341655" y="885122"/>
          <a:ext cx="1815407" cy="4034729"/>
        </a:xfrm>
        <a:prstGeom prst="rect">
          <a:avLst/>
        </a:prstGeom>
        <a:solidFill>
          <a:schemeClr val="accent3">
            <a:hueOff val="662595"/>
            <a:satOff val="-34012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0" rIns="102870" bIns="2286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NON-FUNCTIONAL REQUIREMENTS</a:t>
          </a:r>
        </a:p>
      </dsp:txBody>
      <dsp:txXfrm rot="16200000">
        <a:off x="2060605" y="2464748"/>
        <a:ext cx="3631256" cy="472006"/>
      </dsp:txXfrm>
    </dsp:sp>
    <dsp:sp modelId="{D493F104-7777-49DC-AFD3-EAB5E5A0CE25}">
      <dsp:nvSpPr>
        <dsp:cNvPr id="0" name=""/>
        <dsp:cNvSpPr/>
      </dsp:nvSpPr>
      <dsp:spPr>
        <a:xfrm>
          <a:off x="358082" y="336104"/>
          <a:ext cx="1815407" cy="45837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0" rIns="137160" bIns="3048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FUNCTIONAL REQUIREMENTS</a:t>
          </a:r>
        </a:p>
      </dsp:txBody>
      <dsp:txXfrm rot="16200000">
        <a:off x="-170026" y="2162788"/>
        <a:ext cx="4125372" cy="472006"/>
      </dsp:txXfrm>
    </dsp:sp>
    <dsp:sp modelId="{6AAFBBE5-A5ED-40A7-BA04-A14E324F1582}">
      <dsp:nvSpPr>
        <dsp:cNvPr id="0" name=""/>
        <dsp:cNvSpPr/>
      </dsp:nvSpPr>
      <dsp:spPr>
        <a:xfrm>
          <a:off x="358082" y="313973"/>
          <a:ext cx="1288939" cy="1844691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Minimum operations system should perform</a:t>
          </a:r>
        </a:p>
      </dsp:txBody>
      <dsp:txXfrm>
        <a:off x="358082" y="313973"/>
        <a:ext cx="1288939" cy="1844691"/>
      </dsp:txXfrm>
    </dsp:sp>
    <dsp:sp modelId="{83848B3E-40F9-4B30-818D-81E86F361E4C}">
      <dsp:nvSpPr>
        <dsp:cNvPr id="0" name=""/>
        <dsp:cNvSpPr/>
      </dsp:nvSpPr>
      <dsp:spPr>
        <a:xfrm>
          <a:off x="2361969" y="2148503"/>
          <a:ext cx="1288939" cy="1609347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Qualities the system should possess</a:t>
          </a:r>
        </a:p>
      </dsp:txBody>
      <dsp:txXfrm>
        <a:off x="2361969" y="2148503"/>
        <a:ext cx="1288939" cy="1609347"/>
      </dsp:txXfrm>
    </dsp:sp>
    <dsp:sp modelId="{A0DAF4C0-C7A1-4B56-974A-13B1CAC49282}">
      <dsp:nvSpPr>
        <dsp:cNvPr id="0" name=""/>
        <dsp:cNvSpPr/>
      </dsp:nvSpPr>
      <dsp:spPr>
        <a:xfrm>
          <a:off x="4329541" y="3207867"/>
          <a:ext cx="1288939" cy="135184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Solutions that tackle technical problems</a:t>
          </a:r>
        </a:p>
      </dsp:txBody>
      <dsp:txXfrm>
        <a:off x="4329541" y="3207867"/>
        <a:ext cx="1288939" cy="1351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578F5-1AA2-466F-A9D8-5672F0325C13}">
      <dsp:nvSpPr>
        <dsp:cNvPr id="0" name=""/>
        <dsp:cNvSpPr/>
      </dsp:nvSpPr>
      <dsp:spPr>
        <a:xfrm rot="10800000">
          <a:off x="2037591" y="251620"/>
          <a:ext cx="6688836" cy="78809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529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User Management</a:t>
          </a:r>
        </a:p>
      </dsp:txBody>
      <dsp:txXfrm rot="10800000">
        <a:off x="2234615" y="251620"/>
        <a:ext cx="6491812" cy="788096"/>
      </dsp:txXfrm>
    </dsp:sp>
    <dsp:sp modelId="{41985E92-4355-4881-9F52-A06523FD9E7B}">
      <dsp:nvSpPr>
        <dsp:cNvPr id="0" name=""/>
        <dsp:cNvSpPr/>
      </dsp:nvSpPr>
      <dsp:spPr>
        <a:xfrm>
          <a:off x="1331972" y="2014"/>
          <a:ext cx="1411236" cy="1287307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t="-13000" b="-13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28E010-6BA4-498E-AB07-17682C77990C}">
      <dsp:nvSpPr>
        <dsp:cNvPr id="0" name=""/>
        <dsp:cNvSpPr/>
      </dsp:nvSpPr>
      <dsp:spPr>
        <a:xfrm rot="10800000">
          <a:off x="2007245" y="1765035"/>
          <a:ext cx="6688836" cy="78809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529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Attendance Management</a:t>
          </a:r>
        </a:p>
      </dsp:txBody>
      <dsp:txXfrm rot="10800000">
        <a:off x="2204269" y="1765035"/>
        <a:ext cx="6491812" cy="788096"/>
      </dsp:txXfrm>
    </dsp:sp>
    <dsp:sp modelId="{8180FDA8-F6E0-4A65-A135-1E6CBA2FD00F}">
      <dsp:nvSpPr>
        <dsp:cNvPr id="0" name=""/>
        <dsp:cNvSpPr/>
      </dsp:nvSpPr>
      <dsp:spPr>
        <a:xfrm>
          <a:off x="1352160" y="1494091"/>
          <a:ext cx="1289853" cy="1269016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25000" b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00B5B-67D7-4307-85AD-D98AB246AEA2}">
      <dsp:nvSpPr>
        <dsp:cNvPr id="0" name=""/>
        <dsp:cNvSpPr/>
      </dsp:nvSpPr>
      <dsp:spPr>
        <a:xfrm rot="10800000">
          <a:off x="2042873" y="3325515"/>
          <a:ext cx="6688836" cy="788096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7529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Data Management</a:t>
          </a:r>
        </a:p>
      </dsp:txBody>
      <dsp:txXfrm rot="10800000">
        <a:off x="2239897" y="3325515"/>
        <a:ext cx="6491812" cy="788096"/>
      </dsp:txXfrm>
    </dsp:sp>
    <dsp:sp modelId="{A1917B18-FAE0-404D-922C-9FA9C34196F3}">
      <dsp:nvSpPr>
        <dsp:cNvPr id="0" name=""/>
        <dsp:cNvSpPr/>
      </dsp:nvSpPr>
      <dsp:spPr>
        <a:xfrm>
          <a:off x="1326690" y="3028844"/>
          <a:ext cx="1432364" cy="1381438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2000" b="-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0A96E-7B51-4E0E-AF74-5AD52D62BDDF}">
      <dsp:nvSpPr>
        <dsp:cNvPr id="0" name=""/>
        <dsp:cNvSpPr/>
      </dsp:nvSpPr>
      <dsp:spPr>
        <a:xfrm>
          <a:off x="3017837" y="0"/>
          <a:ext cx="4022725" cy="4022725"/>
        </a:xfrm>
        <a:prstGeom prst="diamond">
          <a:avLst/>
        </a:prstGeom>
        <a:gradFill rotWithShape="0">
          <a:gsLst>
            <a:gs pos="0">
              <a:schemeClr val="dk1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1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1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1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FF75A7C-8525-4EA4-9E57-12EAD1F9C05B}">
      <dsp:nvSpPr>
        <dsp:cNvPr id="0" name=""/>
        <dsp:cNvSpPr/>
      </dsp:nvSpPr>
      <dsp:spPr>
        <a:xfrm>
          <a:off x="3399996" y="382158"/>
          <a:ext cx="1568862" cy="15688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Platform Compatibility</a:t>
          </a:r>
        </a:p>
      </dsp:txBody>
      <dsp:txXfrm>
        <a:off x="3476582" y="458744"/>
        <a:ext cx="1415690" cy="1415690"/>
      </dsp:txXfrm>
    </dsp:sp>
    <dsp:sp modelId="{27FA79EC-B4A8-462B-A291-65C720549DFE}">
      <dsp:nvSpPr>
        <dsp:cNvPr id="0" name=""/>
        <dsp:cNvSpPr/>
      </dsp:nvSpPr>
      <dsp:spPr>
        <a:xfrm>
          <a:off x="5089540" y="382158"/>
          <a:ext cx="1568862" cy="15688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 and Version Control</a:t>
          </a:r>
        </a:p>
      </dsp:txBody>
      <dsp:txXfrm>
        <a:off x="5166126" y="458744"/>
        <a:ext cx="1415690" cy="1415690"/>
      </dsp:txXfrm>
    </dsp:sp>
    <dsp:sp modelId="{215882F5-4785-4ACF-8320-430A695FF8E9}">
      <dsp:nvSpPr>
        <dsp:cNvPr id="0" name=""/>
        <dsp:cNvSpPr/>
      </dsp:nvSpPr>
      <dsp:spPr>
        <a:xfrm>
          <a:off x="3399996" y="2071703"/>
          <a:ext cx="1568862" cy="15688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Integration</a:t>
          </a:r>
        </a:p>
      </dsp:txBody>
      <dsp:txXfrm>
        <a:off x="3476582" y="2148289"/>
        <a:ext cx="1415690" cy="1415690"/>
      </dsp:txXfrm>
    </dsp:sp>
    <dsp:sp modelId="{8AA80B83-E0DE-4C98-AF69-570D1880F760}">
      <dsp:nvSpPr>
        <dsp:cNvPr id="0" name=""/>
        <dsp:cNvSpPr/>
      </dsp:nvSpPr>
      <dsp:spPr>
        <a:xfrm>
          <a:off x="5089540" y="2071703"/>
          <a:ext cx="1568862" cy="15688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Computational Accuracy and Reporting</a:t>
          </a:r>
        </a:p>
      </dsp:txBody>
      <dsp:txXfrm>
        <a:off x="5166126" y="2148289"/>
        <a:ext cx="1415690" cy="1415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0E5F4-6A9C-4AA4-B71F-1021B1356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4A6029-D173-439E-8743-892C3A35E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BY GROUP 16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A25EE63-DDC5-4158-9093-EED1A3F02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045018"/>
              </p:ext>
            </p:extLst>
          </p:nvPr>
        </p:nvGraphicFramePr>
        <p:xfrm>
          <a:off x="1097280" y="325120"/>
          <a:ext cx="10027920" cy="399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3960">
                  <a:extLst>
                    <a:ext uri="{9D8B030D-6E8A-4147-A177-3AD203B41FA5}">
                      <a16:colId xmlns:a16="http://schemas.microsoft.com/office/drawing/2014/main" val="4003947136"/>
                    </a:ext>
                  </a:extLst>
                </a:gridCol>
                <a:gridCol w="5013960">
                  <a:extLst>
                    <a:ext uri="{9D8B030D-6E8A-4147-A177-3AD203B41FA5}">
                      <a16:colId xmlns:a16="http://schemas.microsoft.com/office/drawing/2014/main" val="8705700"/>
                    </a:ext>
                  </a:extLst>
                </a:gridCol>
              </a:tblGrid>
              <a:tr h="2319321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/>
                        <a:t>R</a:t>
                      </a:r>
                      <a:r>
                        <a:rPr lang="en-US" sz="6000" u="sng" dirty="0"/>
                        <a:t>EQUIREMEN</a:t>
                      </a:r>
                      <a:r>
                        <a:rPr lang="en-US" sz="6000" dirty="0"/>
                        <a:t>T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57231732"/>
                  </a:ext>
                </a:extLst>
              </a:tr>
              <a:tr h="16806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200" dirty="0"/>
                        <a:t>A</a:t>
                      </a:r>
                      <a:r>
                        <a:rPr lang="en-US" sz="6200" u="sng" dirty="0"/>
                        <a:t>NALYSI</a:t>
                      </a:r>
                      <a:r>
                        <a:rPr lang="en-US" sz="6200" dirty="0"/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89902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57965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58C1DF-28F2-493E-96C8-127FF6B5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u="sng" dirty="0"/>
              <a:t>INTRODUCTION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0FAE3A9-E960-4F64-809C-FD277BC985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8752559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9A3BDC4-0545-408C-AD84-FC5270637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845735"/>
            <a:ext cx="5129349" cy="3727751"/>
          </a:xfrm>
        </p:spPr>
        <p:txBody>
          <a:bodyPr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The purpose of requirement Analysis revolves around understanding and enforcing the Objectives, Functionalities and Constraints of the system in development.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focuses on the WHY ,WHAT  and HOWs ? That define a correctly developed system. </a:t>
            </a:r>
          </a:p>
        </p:txBody>
      </p:sp>
    </p:spTree>
    <p:extLst>
      <p:ext uri="{BB962C8B-B14F-4D97-AF65-F5344CB8AC3E}">
        <p14:creationId xmlns:p14="http://schemas.microsoft.com/office/powerpoint/2010/main" val="967951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E4D727C-DAE1-4F5E-A83F-D0C1CCC4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552796"/>
            <a:ext cx="3200400" cy="2286000"/>
          </a:xfrm>
        </p:spPr>
        <p:txBody>
          <a:bodyPr anchor="ctr">
            <a:normAutofit/>
          </a:bodyPr>
          <a:lstStyle/>
          <a:p>
            <a:r>
              <a:rPr lang="en-US" u="sng" dirty="0"/>
              <a:t>REQUIREMENTS</a:t>
            </a:r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C5956230-E62A-45B8-873A-C93C8C69C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694204"/>
              </p:ext>
            </p:extLst>
          </p:nvPr>
        </p:nvGraphicFramePr>
        <p:xfrm>
          <a:off x="4800600" y="731838"/>
          <a:ext cx="6492875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BB22C2B-EEB3-44C6-95C0-8671AE8F2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These specify the needs the system should meet for successful development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Requirement analysis thus involves gathering and documenting these various needs, ensuring their verification and validation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Three main kinds of such requirements are specifies here </a:t>
            </a:r>
          </a:p>
        </p:txBody>
      </p:sp>
    </p:spTree>
    <p:extLst>
      <p:ext uri="{BB962C8B-B14F-4D97-AF65-F5344CB8AC3E}">
        <p14:creationId xmlns:p14="http://schemas.microsoft.com/office/powerpoint/2010/main" val="198457659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DDEB75B-4BC1-4692-BE6B-144CB6BB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FUNCTIONAL REUIREMENTS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1D6AC02B-B00C-4722-B23A-8F865BF6F9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944333"/>
              </p:ext>
            </p:extLst>
          </p:nvPr>
        </p:nvGraphicFramePr>
        <p:xfrm>
          <a:off x="1096963" y="1846263"/>
          <a:ext cx="10058400" cy="4412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0588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6FA249E-E434-43F0-B437-C61FB59B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</a:t>
            </a:r>
          </a:p>
        </p:txBody>
      </p:sp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28D5068E-44A7-40F4-99DC-2C940D9FF62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31925062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8DB0493-B9E2-4960-883A-837920AC75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Performance</a:t>
            </a:r>
          </a:p>
          <a:p>
            <a:pPr marL="0" indent="0">
              <a:buNone/>
            </a:pPr>
            <a:r>
              <a:rPr lang="en-US" sz="1600" dirty="0"/>
              <a:t>    Responsiveness, Offline functionality and Data syncing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Usability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sz="1600" dirty="0"/>
              <a:t>User Interface, localization, Help and Tutorials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Reliability</a:t>
            </a:r>
          </a:p>
          <a:p>
            <a:pPr marL="0" indent="0">
              <a:buNone/>
            </a:pPr>
            <a:r>
              <a:rPr lang="en-US" b="1" dirty="0"/>
              <a:t>     </a:t>
            </a:r>
            <a:r>
              <a:rPr lang="en-US" sz="1600" dirty="0"/>
              <a:t>Uptime, Data integrity, Updates and patches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Security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1600" dirty="0"/>
              <a:t>User Authentication, Authorization and Data Privacy</a:t>
            </a:r>
          </a:p>
        </p:txBody>
      </p:sp>
    </p:spTree>
    <p:extLst>
      <p:ext uri="{BB962C8B-B14F-4D97-AF65-F5344CB8AC3E}">
        <p14:creationId xmlns:p14="http://schemas.microsoft.com/office/powerpoint/2010/main" val="35435035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FBE4B368-F84D-411E-9A40-7139DAAC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REQUIREMENTS</a:t>
            </a:r>
          </a:p>
        </p:txBody>
      </p:sp>
      <p:graphicFrame>
        <p:nvGraphicFramePr>
          <p:cNvPr id="17" name="Espace réservé du contenu 16">
            <a:extLst>
              <a:ext uri="{FF2B5EF4-FFF2-40B4-BE49-F238E27FC236}">
                <a16:creationId xmlns:a16="http://schemas.microsoft.com/office/drawing/2014/main" id="{8C738325-9886-4BA3-8188-B9952753AC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26315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99655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5F53E28E-8C71-41BA-9000-4BB90BBC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2B9D95E8-7B9D-4E47-8F8A-61A52847AD5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4349" b="14349"/>
          <a:stretch>
            <a:fillRect/>
          </a:stretch>
        </p:blipFill>
        <p:spPr>
          <a:xfrm>
            <a:off x="15" y="-1"/>
            <a:ext cx="12191985" cy="4959275"/>
          </a:xfr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AD76F2E-866A-4BA1-853D-347E56E71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035" y="5907024"/>
            <a:ext cx="10457509" cy="822960"/>
          </a:xfrm>
        </p:spPr>
        <p:txBody>
          <a:bodyPr>
            <a:normAutofit fontScale="85000" lnSpcReduction="20000"/>
          </a:bodyPr>
          <a:lstStyle/>
          <a:p>
            <a:r>
              <a:rPr lang="en-US" sz="1900" dirty="0"/>
              <a:t>By considering this requirements the development team can create a reliable, scalable, user-friendly and efficient mobile application that effectively manages and records attendance via biometric (fingerprint) information.</a:t>
            </a:r>
          </a:p>
          <a:p>
            <a:r>
              <a:rPr lang="en-US" sz="1900" dirty="0"/>
              <a:t>						</a:t>
            </a:r>
            <a:r>
              <a:rPr lang="en-US" dirty="0"/>
              <a:t>			</a:t>
            </a:r>
            <a:r>
              <a:rPr lang="en-US" sz="3400" b="1" dirty="0"/>
              <a:t>THANKYOU…</a:t>
            </a:r>
          </a:p>
        </p:txBody>
      </p:sp>
    </p:spTree>
    <p:extLst>
      <p:ext uri="{BB962C8B-B14F-4D97-AF65-F5344CB8AC3E}">
        <p14:creationId xmlns:p14="http://schemas.microsoft.com/office/powerpoint/2010/main" val="24419684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étrospective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152</TotalTime>
  <Words>201</Words>
  <Application>Microsoft Office PowerPoint</Application>
  <PresentationFormat>Grand écran</PresentationFormat>
  <Paragraphs>44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Rétrospective</vt:lpstr>
      <vt:lpstr>Présentation PowerPoint</vt:lpstr>
      <vt:lpstr>INTRODUCTION</vt:lpstr>
      <vt:lpstr>REQUIREMENTS</vt:lpstr>
      <vt:lpstr>FUNCTIONAL REUIREMENTS</vt:lpstr>
      <vt:lpstr>NON-FUNCTIONAL REQUIREMENTS</vt:lpstr>
      <vt:lpstr>TECHNICAL REQUIREMENTS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Amabo Joshua</dc:creator>
  <cp:lastModifiedBy>Amabo Joshua</cp:lastModifiedBy>
  <cp:revision>17</cp:revision>
  <dcterms:created xsi:type="dcterms:W3CDTF">2024-05-13T16:20:22Z</dcterms:created>
  <dcterms:modified xsi:type="dcterms:W3CDTF">2024-05-13T19:20:11Z</dcterms:modified>
</cp:coreProperties>
</file>