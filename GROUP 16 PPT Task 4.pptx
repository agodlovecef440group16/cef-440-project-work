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7" r:id="rId1"/>
  </p:sldMasterIdLst>
  <p:notesMasterIdLst>
    <p:notesMasterId r:id="rId13"/>
  </p:notesMasterIdLst>
  <p:sldIdLst>
    <p:sldId id="256" r:id="rId2"/>
    <p:sldId id="272" r:id="rId3"/>
    <p:sldId id="262" r:id="rId4"/>
    <p:sldId id="260" r:id="rId5"/>
    <p:sldId id="261" r:id="rId6"/>
    <p:sldId id="344" r:id="rId7"/>
    <p:sldId id="345" r:id="rId8"/>
    <p:sldId id="346" r:id="rId9"/>
    <p:sldId id="347" r:id="rId10"/>
    <p:sldId id="266" r:id="rId11"/>
    <p:sldId id="267" r:id="rId12"/>
  </p:sldIdLst>
  <p:sldSz cx="9144000" cy="5143500" type="screen16x9"/>
  <p:notesSz cx="6858000" cy="9144000"/>
  <p:embeddedFontLst>
    <p:embeddedFont>
      <p:font typeface="Fira Sans Extra Condensed Medium" panose="020B0604020202020204" charset="0"/>
      <p:regular r:id="rId14"/>
      <p:bold r:id="rId15"/>
      <p:italic r:id="rId16"/>
      <p:boldItalic r:id="rId17"/>
    </p:embeddedFont>
    <p:embeddedFont>
      <p:font typeface="Montserrat ExtraBold" panose="020B0604020202020204" charset="0"/>
      <p:bold r:id="rId18"/>
      <p:boldItalic r:id="rId19"/>
    </p:embeddedFont>
    <p:embeddedFont>
      <p:font typeface="Roboto Condensed Light" panose="020B0604020202020204" charset="0"/>
      <p:regular r:id="rId20"/>
      <p:bold r:id="rId21"/>
      <p:italic r:id="rId22"/>
      <p:boldItalic r:id="rId23"/>
    </p:embeddedFont>
    <p:embeddedFont>
      <p:font typeface="Squada One" panose="020B0604020202020204" charset="0"/>
      <p:regular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C22F8E2-C746-4BA1-8939-02A117464219}">
  <a:tblStyle styleId="{CC22F8E2-C746-4BA1-8939-02A11746421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78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3" name="Google Shape;76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9e8edfaca3_0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8" name="Google Shape;928;g9e8edfaca3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a39e48574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3" name="Google Shape;823;ga39e48574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a39e48574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1" name="Google Shape;811;ga39e48574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7258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0919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3458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1722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a39e48574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9" name="Google Shape;849;ga39e48574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a39e485748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a39e485748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accent1"/>
            </a:gs>
            <a:gs pos="100000">
              <a:schemeClr val="accent2"/>
            </a:gs>
          </a:gsLst>
          <a:lin ang="5400012" scaled="0"/>
        </a:gra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 name="Google Shape;11;p2"/>
          <p:cNvSpPr txBox="1"/>
          <p:nvPr/>
        </p:nvSpPr>
        <p:spPr>
          <a:xfrm flipH="1">
            <a:off x="1375550" y="3092475"/>
            <a:ext cx="6393000" cy="670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6000">
              <a:solidFill>
                <a:srgbClr val="FFFFFF"/>
              </a:solidFill>
              <a:latin typeface="Squada One"/>
              <a:ea typeface="Squada One"/>
              <a:cs typeface="Squada One"/>
              <a:sym typeface="Squada One"/>
            </a:endParaRPr>
          </a:p>
        </p:txBody>
      </p:sp>
      <p:pic>
        <p:nvPicPr>
          <p:cNvPr id="12" name="Google Shape;12;p2"/>
          <p:cNvPicPr preferRelativeResize="0"/>
          <p:nvPr/>
        </p:nvPicPr>
        <p:blipFill>
          <a:blip r:embed="rId2">
            <a:alphaModFix/>
          </a:blip>
          <a:stretch>
            <a:fillRect/>
          </a:stretch>
        </p:blipFill>
        <p:spPr>
          <a:xfrm>
            <a:off x="63" y="-399756"/>
            <a:ext cx="9144000" cy="4369387"/>
          </a:xfrm>
          <a:prstGeom prst="rect">
            <a:avLst/>
          </a:prstGeom>
          <a:noFill/>
          <a:ln>
            <a:noFill/>
          </a:ln>
        </p:spPr>
      </p:pic>
      <p:sp>
        <p:nvSpPr>
          <p:cNvPr id="13" name="Google Shape;13;p2"/>
          <p:cNvSpPr txBox="1">
            <a:spLocks noGrp="1"/>
          </p:cNvSpPr>
          <p:nvPr>
            <p:ph type="title"/>
          </p:nvPr>
        </p:nvSpPr>
        <p:spPr>
          <a:xfrm>
            <a:off x="457200" y="2932650"/>
            <a:ext cx="8229600" cy="5109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spcBef>
                <a:spcPts val="0"/>
              </a:spcBef>
              <a:spcAft>
                <a:spcPts val="0"/>
              </a:spcAft>
              <a:buSzPts val="3000"/>
              <a:buFont typeface="Squada One"/>
              <a:buNone/>
              <a:defRPr sz="3000">
                <a:latin typeface="Squada One"/>
                <a:ea typeface="Squada One"/>
                <a:cs typeface="Squada One"/>
                <a:sym typeface="Squada One"/>
              </a:defRPr>
            </a:lvl2pPr>
            <a:lvl3pPr lvl="2">
              <a:spcBef>
                <a:spcPts val="0"/>
              </a:spcBef>
              <a:spcAft>
                <a:spcPts val="0"/>
              </a:spcAft>
              <a:buSzPts val="3000"/>
              <a:buFont typeface="Squada One"/>
              <a:buNone/>
              <a:defRPr sz="3000">
                <a:latin typeface="Squada One"/>
                <a:ea typeface="Squada One"/>
                <a:cs typeface="Squada One"/>
                <a:sym typeface="Squada One"/>
              </a:defRPr>
            </a:lvl3pPr>
            <a:lvl4pPr lvl="3">
              <a:spcBef>
                <a:spcPts val="0"/>
              </a:spcBef>
              <a:spcAft>
                <a:spcPts val="0"/>
              </a:spcAft>
              <a:buSzPts val="3000"/>
              <a:buFont typeface="Squada One"/>
              <a:buNone/>
              <a:defRPr sz="3000">
                <a:latin typeface="Squada One"/>
                <a:ea typeface="Squada One"/>
                <a:cs typeface="Squada One"/>
                <a:sym typeface="Squada One"/>
              </a:defRPr>
            </a:lvl4pPr>
            <a:lvl5pPr lvl="4">
              <a:spcBef>
                <a:spcPts val="0"/>
              </a:spcBef>
              <a:spcAft>
                <a:spcPts val="0"/>
              </a:spcAft>
              <a:buSzPts val="3000"/>
              <a:buFont typeface="Squada One"/>
              <a:buNone/>
              <a:defRPr sz="3000">
                <a:latin typeface="Squada One"/>
                <a:ea typeface="Squada One"/>
                <a:cs typeface="Squada One"/>
                <a:sym typeface="Squada One"/>
              </a:defRPr>
            </a:lvl5pPr>
            <a:lvl6pPr lvl="5">
              <a:spcBef>
                <a:spcPts val="0"/>
              </a:spcBef>
              <a:spcAft>
                <a:spcPts val="0"/>
              </a:spcAft>
              <a:buSzPts val="3000"/>
              <a:buFont typeface="Squada One"/>
              <a:buNone/>
              <a:defRPr sz="3000">
                <a:latin typeface="Squada One"/>
                <a:ea typeface="Squada One"/>
                <a:cs typeface="Squada One"/>
                <a:sym typeface="Squada One"/>
              </a:defRPr>
            </a:lvl6pPr>
            <a:lvl7pPr lvl="6">
              <a:spcBef>
                <a:spcPts val="0"/>
              </a:spcBef>
              <a:spcAft>
                <a:spcPts val="0"/>
              </a:spcAft>
              <a:buSzPts val="3000"/>
              <a:buFont typeface="Squada One"/>
              <a:buNone/>
              <a:defRPr sz="3000">
                <a:latin typeface="Squada One"/>
                <a:ea typeface="Squada One"/>
                <a:cs typeface="Squada One"/>
                <a:sym typeface="Squada One"/>
              </a:defRPr>
            </a:lvl7pPr>
            <a:lvl8pPr lvl="7">
              <a:spcBef>
                <a:spcPts val="0"/>
              </a:spcBef>
              <a:spcAft>
                <a:spcPts val="0"/>
              </a:spcAft>
              <a:buSzPts val="3000"/>
              <a:buFont typeface="Squada One"/>
              <a:buNone/>
              <a:defRPr sz="3000">
                <a:latin typeface="Squada One"/>
                <a:ea typeface="Squada One"/>
                <a:cs typeface="Squada One"/>
                <a:sym typeface="Squada One"/>
              </a:defRPr>
            </a:lvl8pPr>
            <a:lvl9pPr lvl="8">
              <a:spcBef>
                <a:spcPts val="0"/>
              </a:spcBef>
              <a:spcAft>
                <a:spcPts val="0"/>
              </a:spcAft>
              <a:buSzPts val="3000"/>
              <a:buFont typeface="Squada One"/>
              <a:buNone/>
              <a:defRPr sz="3000">
                <a:latin typeface="Squada One"/>
                <a:ea typeface="Squada One"/>
                <a:cs typeface="Squada One"/>
                <a:sym typeface="Squada One"/>
              </a:defRPr>
            </a:lvl9pPr>
          </a:lstStyle>
          <a:p>
            <a:endParaRPr/>
          </a:p>
        </p:txBody>
      </p:sp>
      <p:sp>
        <p:nvSpPr>
          <p:cNvPr id="14" name="Google Shape;14;p2"/>
          <p:cNvSpPr txBox="1">
            <a:spLocks noGrp="1"/>
          </p:cNvSpPr>
          <p:nvPr>
            <p:ph type="subTitle" idx="1"/>
          </p:nvPr>
        </p:nvSpPr>
        <p:spPr>
          <a:xfrm>
            <a:off x="457275" y="3192525"/>
            <a:ext cx="8229600" cy="417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 name="Google Shape;17;p3"/>
          <p:cNvSpPr txBox="1">
            <a:spLocks noGrp="1"/>
          </p:cNvSpPr>
          <p:nvPr>
            <p:ph type="ctrTitle"/>
          </p:nvPr>
        </p:nvSpPr>
        <p:spPr>
          <a:xfrm>
            <a:off x="4297175" y="2355550"/>
            <a:ext cx="4299000" cy="650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8" name="Google Shape;18;p3"/>
          <p:cNvSpPr txBox="1">
            <a:spLocks noGrp="1"/>
          </p:cNvSpPr>
          <p:nvPr>
            <p:ph type="title" idx="2" hasCustomPrompt="1"/>
          </p:nvPr>
        </p:nvSpPr>
        <p:spPr>
          <a:xfrm>
            <a:off x="4297175" y="1317160"/>
            <a:ext cx="4299000" cy="109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0000"/>
              <a:buNone/>
              <a:defRPr sz="100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9" name="Google Shape;19;p3"/>
          <p:cNvSpPr txBox="1">
            <a:spLocks noGrp="1"/>
          </p:cNvSpPr>
          <p:nvPr>
            <p:ph type="subTitle" idx="1"/>
          </p:nvPr>
        </p:nvSpPr>
        <p:spPr>
          <a:xfrm>
            <a:off x="4297175" y="2900355"/>
            <a:ext cx="42990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pic>
        <p:nvPicPr>
          <p:cNvPr id="20" name="Google Shape;20;p3"/>
          <p:cNvPicPr preferRelativeResize="0"/>
          <p:nvPr/>
        </p:nvPicPr>
        <p:blipFill>
          <a:blip r:embed="rId2">
            <a:alphaModFix/>
          </a:blip>
          <a:stretch>
            <a:fillRect/>
          </a:stretch>
        </p:blipFill>
        <p:spPr>
          <a:xfrm>
            <a:off x="16176" y="-501681"/>
            <a:ext cx="3802725" cy="3431200"/>
          </a:xfrm>
          <a:prstGeom prst="rect">
            <a:avLst/>
          </a:prstGeom>
          <a:noFill/>
          <a:ln>
            <a:noFill/>
          </a:ln>
        </p:spPr>
      </p:pic>
      <p:pic>
        <p:nvPicPr>
          <p:cNvPr id="21" name="Google Shape;21;p3"/>
          <p:cNvPicPr preferRelativeResize="0"/>
          <p:nvPr/>
        </p:nvPicPr>
        <p:blipFill>
          <a:blip r:embed="rId2">
            <a:alphaModFix/>
          </a:blip>
          <a:stretch>
            <a:fillRect/>
          </a:stretch>
        </p:blipFill>
        <p:spPr>
          <a:xfrm rot="10800000" flipH="1">
            <a:off x="10" y="2213744"/>
            <a:ext cx="3802725" cy="3431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44" name="Google Shape;44;p7"/>
          <p:cNvPicPr preferRelativeResize="0"/>
          <p:nvPr/>
        </p:nvPicPr>
        <p:blipFill>
          <a:blip r:embed="rId2">
            <a:alphaModFix/>
          </a:blip>
          <a:stretch>
            <a:fillRect/>
          </a:stretch>
        </p:blipFill>
        <p:spPr>
          <a:xfrm>
            <a:off x="0" y="0"/>
            <a:ext cx="2300675" cy="2075900"/>
          </a:xfrm>
          <a:prstGeom prst="rect">
            <a:avLst/>
          </a:prstGeom>
          <a:noFill/>
          <a:ln>
            <a:noFill/>
          </a:ln>
        </p:spPr>
      </p:pic>
      <p:pic>
        <p:nvPicPr>
          <p:cNvPr id="45" name="Google Shape;45;p7"/>
          <p:cNvPicPr preferRelativeResize="0"/>
          <p:nvPr/>
        </p:nvPicPr>
        <p:blipFill>
          <a:blip r:embed="rId2">
            <a:alphaModFix/>
          </a:blip>
          <a:stretch>
            <a:fillRect/>
          </a:stretch>
        </p:blipFill>
        <p:spPr>
          <a:xfrm rot="10800000">
            <a:off x="6843325" y="3067600"/>
            <a:ext cx="2300675" cy="2075900"/>
          </a:xfrm>
          <a:prstGeom prst="rect">
            <a:avLst/>
          </a:prstGeom>
          <a:noFill/>
          <a:ln>
            <a:noFill/>
          </a:ln>
        </p:spPr>
      </p:pic>
      <p:sp>
        <p:nvSpPr>
          <p:cNvPr id="46" name="Google Shape;46;p7"/>
          <p:cNvSpPr txBox="1">
            <a:spLocks noGrp="1"/>
          </p:cNvSpPr>
          <p:nvPr>
            <p:ph type="ctrTitle"/>
          </p:nvPr>
        </p:nvSpPr>
        <p:spPr>
          <a:xfrm flipH="1">
            <a:off x="355600" y="2236500"/>
            <a:ext cx="3956100" cy="670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FFFFFF"/>
              </a:buClr>
              <a:buSzPts val="3600"/>
              <a:buNone/>
              <a:defRPr sz="36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47" name="Google Shape;47;p7"/>
          <p:cNvSpPr txBox="1">
            <a:spLocks noGrp="1"/>
          </p:cNvSpPr>
          <p:nvPr>
            <p:ph type="subTitle" idx="1"/>
          </p:nvPr>
        </p:nvSpPr>
        <p:spPr>
          <a:xfrm>
            <a:off x="4825200" y="1728900"/>
            <a:ext cx="2490300" cy="168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a:endParaRPr/>
          </a:p>
        </p:txBody>
      </p:sp>
      <p:cxnSp>
        <p:nvCxnSpPr>
          <p:cNvPr id="48" name="Google Shape;48;p7"/>
          <p:cNvCxnSpPr/>
          <p:nvPr/>
        </p:nvCxnSpPr>
        <p:spPr>
          <a:xfrm>
            <a:off x="4572000" y="1228200"/>
            <a:ext cx="0" cy="2687100"/>
          </a:xfrm>
          <a:prstGeom prst="straightConnector1">
            <a:avLst/>
          </a:prstGeom>
          <a:noFill/>
          <a:ln w="19050" cap="flat" cmpd="sng">
            <a:solidFill>
              <a:schemeClr val="l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8"/>
        <p:cNvGrpSpPr/>
        <p:nvPr/>
      </p:nvGrpSpPr>
      <p:grpSpPr>
        <a:xfrm>
          <a:off x="0" y="0"/>
          <a:ext cx="0" cy="0"/>
          <a:chOff x="0" y="0"/>
          <a:chExt cx="0" cy="0"/>
        </a:xfrm>
      </p:grpSpPr>
      <p:sp>
        <p:nvSpPr>
          <p:cNvPr id="79" name="Google Shape;7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1">
  <p:cSld name="CUSTOM_8">
    <p:spTree>
      <p:nvGrpSpPr>
        <p:cNvPr id="1" name="Shape 114"/>
        <p:cNvGrpSpPr/>
        <p:nvPr/>
      </p:nvGrpSpPr>
      <p:grpSpPr>
        <a:xfrm>
          <a:off x="0" y="0"/>
          <a:ext cx="0" cy="0"/>
          <a:chOff x="0" y="0"/>
          <a:chExt cx="0" cy="0"/>
        </a:xfrm>
      </p:grpSpPr>
      <p:sp>
        <p:nvSpPr>
          <p:cNvPr id="115" name="Google Shape;115;p15"/>
          <p:cNvSpPr txBox="1">
            <a:spLocks noGrp="1"/>
          </p:cNvSpPr>
          <p:nvPr>
            <p:ph type="subTitle" idx="1"/>
          </p:nvPr>
        </p:nvSpPr>
        <p:spPr>
          <a:xfrm>
            <a:off x="2722955" y="3329200"/>
            <a:ext cx="36981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Arial"/>
              <a:buChar char="-"/>
              <a:defRPr sz="1600"/>
            </a:lvl1pPr>
            <a:lvl2pPr lvl="1" algn="ctr" rtl="0">
              <a:lnSpc>
                <a:spcPct val="100000"/>
              </a:lnSpc>
              <a:spcBef>
                <a:spcPts val="0"/>
              </a:spcBef>
              <a:spcAft>
                <a:spcPts val="0"/>
              </a:spcAft>
              <a:buClr>
                <a:schemeClr val="dk1"/>
              </a:buClr>
              <a:buSzPts val="1400"/>
              <a:buFont typeface="Arial"/>
              <a:buChar char="-"/>
              <a:defRPr sz="1000"/>
            </a:lvl2pPr>
            <a:lvl3pPr lvl="2" algn="ctr" rtl="0">
              <a:lnSpc>
                <a:spcPct val="100000"/>
              </a:lnSpc>
              <a:spcBef>
                <a:spcPts val="0"/>
              </a:spcBef>
              <a:spcAft>
                <a:spcPts val="0"/>
              </a:spcAft>
              <a:buClr>
                <a:schemeClr val="dk1"/>
              </a:buClr>
              <a:buSzPts val="1400"/>
              <a:buFont typeface="Arial"/>
              <a:buChar char="-"/>
              <a:defRPr sz="1000"/>
            </a:lvl3pPr>
            <a:lvl4pPr lvl="3" algn="ctr" rtl="0">
              <a:lnSpc>
                <a:spcPct val="100000"/>
              </a:lnSpc>
              <a:spcBef>
                <a:spcPts val="0"/>
              </a:spcBef>
              <a:spcAft>
                <a:spcPts val="0"/>
              </a:spcAft>
              <a:buClr>
                <a:schemeClr val="dk1"/>
              </a:buClr>
              <a:buSzPts val="1400"/>
              <a:buFont typeface="Arial"/>
              <a:buChar char="-"/>
              <a:defRPr sz="1000"/>
            </a:lvl4pPr>
            <a:lvl5pPr lvl="4" algn="ctr" rtl="0">
              <a:lnSpc>
                <a:spcPct val="100000"/>
              </a:lnSpc>
              <a:spcBef>
                <a:spcPts val="0"/>
              </a:spcBef>
              <a:spcAft>
                <a:spcPts val="0"/>
              </a:spcAft>
              <a:buClr>
                <a:schemeClr val="dk1"/>
              </a:buClr>
              <a:buSzPts val="1400"/>
              <a:buFont typeface="Arial"/>
              <a:buChar char="-"/>
              <a:defRPr sz="1000"/>
            </a:lvl5pPr>
            <a:lvl6pPr lvl="5" algn="ctr" rtl="0">
              <a:lnSpc>
                <a:spcPct val="100000"/>
              </a:lnSpc>
              <a:spcBef>
                <a:spcPts val="0"/>
              </a:spcBef>
              <a:spcAft>
                <a:spcPts val="0"/>
              </a:spcAft>
              <a:buClr>
                <a:schemeClr val="dk1"/>
              </a:buClr>
              <a:buSzPts val="1400"/>
              <a:buFont typeface="Arial"/>
              <a:buChar char="-"/>
              <a:defRPr sz="1000"/>
            </a:lvl6pPr>
            <a:lvl7pPr lvl="6" algn="ctr" rtl="0">
              <a:lnSpc>
                <a:spcPct val="100000"/>
              </a:lnSpc>
              <a:spcBef>
                <a:spcPts val="0"/>
              </a:spcBef>
              <a:spcAft>
                <a:spcPts val="0"/>
              </a:spcAft>
              <a:buClr>
                <a:schemeClr val="dk1"/>
              </a:buClr>
              <a:buSzPts val="1400"/>
              <a:buFont typeface="Arial"/>
              <a:buChar char="-"/>
              <a:defRPr sz="1000"/>
            </a:lvl7pPr>
            <a:lvl8pPr lvl="7" algn="ctr" rtl="0">
              <a:lnSpc>
                <a:spcPct val="100000"/>
              </a:lnSpc>
              <a:spcBef>
                <a:spcPts val="0"/>
              </a:spcBef>
              <a:spcAft>
                <a:spcPts val="0"/>
              </a:spcAft>
              <a:buClr>
                <a:schemeClr val="dk1"/>
              </a:buClr>
              <a:buSzPts val="1400"/>
              <a:buFont typeface="Arial"/>
              <a:buChar char="-"/>
              <a:defRPr sz="1000"/>
            </a:lvl8pPr>
            <a:lvl9pPr lvl="8" algn="ctr" rtl="0">
              <a:lnSpc>
                <a:spcPct val="100000"/>
              </a:lnSpc>
              <a:spcBef>
                <a:spcPts val="0"/>
              </a:spcBef>
              <a:spcAft>
                <a:spcPts val="0"/>
              </a:spcAft>
              <a:buClr>
                <a:schemeClr val="dk1"/>
              </a:buClr>
              <a:buSzPts val="1400"/>
              <a:buFont typeface="Arial"/>
              <a:buChar char="-"/>
              <a:defRPr sz="1000"/>
            </a:lvl9pPr>
          </a:lstStyle>
          <a:p>
            <a:endParaRPr/>
          </a:p>
        </p:txBody>
      </p:sp>
      <p:sp>
        <p:nvSpPr>
          <p:cNvPr id="116" name="Google Shape;116;p15"/>
          <p:cNvSpPr txBox="1">
            <a:spLocks noGrp="1"/>
          </p:cNvSpPr>
          <p:nvPr>
            <p:ph type="ctrTitle"/>
          </p:nvPr>
        </p:nvSpPr>
        <p:spPr>
          <a:xfrm>
            <a:off x="1710150" y="1328125"/>
            <a:ext cx="5723700" cy="1864500"/>
          </a:xfrm>
          <a:prstGeom prst="rect">
            <a:avLst/>
          </a:prstGeom>
        </p:spPr>
        <p:txBody>
          <a:bodyPr spcFirstLastPara="1" wrap="square" lIns="91425" tIns="91425" rIns="91425" bIns="91425" anchor="ctr" anchorCtr="0">
            <a:noAutofit/>
          </a:bodyPr>
          <a:lstStyle>
            <a:lvl1pPr lvl="0" algn="ctr" rtl="0">
              <a:spcBef>
                <a:spcPts val="3400"/>
              </a:spcBef>
              <a:spcAft>
                <a:spcPts val="0"/>
              </a:spcAft>
              <a:buSzPts val="3600"/>
              <a:buNone/>
              <a:defRPr sz="2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pic>
        <p:nvPicPr>
          <p:cNvPr id="117" name="Google Shape;117;p15"/>
          <p:cNvPicPr preferRelativeResize="0"/>
          <p:nvPr/>
        </p:nvPicPr>
        <p:blipFill>
          <a:blip r:embed="rId2">
            <a:alphaModFix/>
          </a:blip>
          <a:stretch>
            <a:fillRect/>
          </a:stretch>
        </p:blipFill>
        <p:spPr>
          <a:xfrm>
            <a:off x="-1079774" y="-405667"/>
            <a:ext cx="3802725" cy="3431200"/>
          </a:xfrm>
          <a:prstGeom prst="rect">
            <a:avLst/>
          </a:prstGeom>
          <a:noFill/>
          <a:ln>
            <a:noFill/>
          </a:ln>
        </p:spPr>
      </p:pic>
      <p:pic>
        <p:nvPicPr>
          <p:cNvPr id="118" name="Google Shape;118;p15"/>
          <p:cNvPicPr preferRelativeResize="0"/>
          <p:nvPr/>
        </p:nvPicPr>
        <p:blipFill>
          <a:blip r:embed="rId2">
            <a:alphaModFix/>
          </a:blip>
          <a:stretch>
            <a:fillRect/>
          </a:stretch>
        </p:blipFill>
        <p:spPr>
          <a:xfrm rot="10800000">
            <a:off x="5988976" y="2112358"/>
            <a:ext cx="3802725" cy="34312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2">
  <p:cSld name="CUSTOM_32">
    <p:spTree>
      <p:nvGrpSpPr>
        <p:cNvPr id="1" name="Shape 119"/>
        <p:cNvGrpSpPr/>
        <p:nvPr/>
      </p:nvGrpSpPr>
      <p:grpSpPr>
        <a:xfrm>
          <a:off x="0" y="0"/>
          <a:ext cx="0" cy="0"/>
          <a:chOff x="0" y="0"/>
          <a:chExt cx="0" cy="0"/>
        </a:xfrm>
      </p:grpSpPr>
      <p:sp>
        <p:nvSpPr>
          <p:cNvPr id="120" name="Google Shape;120;p16"/>
          <p:cNvSpPr txBox="1">
            <a:spLocks noGrp="1"/>
          </p:cNvSpPr>
          <p:nvPr>
            <p:ph type="subTitle" idx="1"/>
          </p:nvPr>
        </p:nvSpPr>
        <p:spPr>
          <a:xfrm>
            <a:off x="4511650" y="3131900"/>
            <a:ext cx="3717900" cy="367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Font typeface="Arial"/>
              <a:buChar char="-"/>
              <a:defRPr sz="1600"/>
            </a:lvl1pPr>
            <a:lvl2pPr lvl="1" algn="ctr" rtl="0">
              <a:lnSpc>
                <a:spcPct val="100000"/>
              </a:lnSpc>
              <a:spcBef>
                <a:spcPts val="0"/>
              </a:spcBef>
              <a:spcAft>
                <a:spcPts val="0"/>
              </a:spcAft>
              <a:buClr>
                <a:schemeClr val="dk1"/>
              </a:buClr>
              <a:buSzPts val="1400"/>
              <a:buFont typeface="Arial"/>
              <a:buChar char="-"/>
              <a:defRPr sz="1000"/>
            </a:lvl2pPr>
            <a:lvl3pPr lvl="2" algn="ctr" rtl="0">
              <a:lnSpc>
                <a:spcPct val="100000"/>
              </a:lnSpc>
              <a:spcBef>
                <a:spcPts val="0"/>
              </a:spcBef>
              <a:spcAft>
                <a:spcPts val="0"/>
              </a:spcAft>
              <a:buClr>
                <a:schemeClr val="dk1"/>
              </a:buClr>
              <a:buSzPts val="1400"/>
              <a:buFont typeface="Arial"/>
              <a:buChar char="-"/>
              <a:defRPr sz="1000"/>
            </a:lvl3pPr>
            <a:lvl4pPr lvl="3" algn="ctr" rtl="0">
              <a:lnSpc>
                <a:spcPct val="100000"/>
              </a:lnSpc>
              <a:spcBef>
                <a:spcPts val="0"/>
              </a:spcBef>
              <a:spcAft>
                <a:spcPts val="0"/>
              </a:spcAft>
              <a:buClr>
                <a:schemeClr val="dk1"/>
              </a:buClr>
              <a:buSzPts val="1400"/>
              <a:buFont typeface="Arial"/>
              <a:buChar char="-"/>
              <a:defRPr sz="1000"/>
            </a:lvl4pPr>
            <a:lvl5pPr lvl="4" algn="ctr" rtl="0">
              <a:lnSpc>
                <a:spcPct val="100000"/>
              </a:lnSpc>
              <a:spcBef>
                <a:spcPts val="0"/>
              </a:spcBef>
              <a:spcAft>
                <a:spcPts val="0"/>
              </a:spcAft>
              <a:buClr>
                <a:schemeClr val="dk1"/>
              </a:buClr>
              <a:buSzPts val="1400"/>
              <a:buFont typeface="Arial"/>
              <a:buChar char="-"/>
              <a:defRPr sz="1000"/>
            </a:lvl5pPr>
            <a:lvl6pPr lvl="5" algn="ctr" rtl="0">
              <a:lnSpc>
                <a:spcPct val="100000"/>
              </a:lnSpc>
              <a:spcBef>
                <a:spcPts val="0"/>
              </a:spcBef>
              <a:spcAft>
                <a:spcPts val="0"/>
              </a:spcAft>
              <a:buClr>
                <a:schemeClr val="dk1"/>
              </a:buClr>
              <a:buSzPts val="1400"/>
              <a:buFont typeface="Arial"/>
              <a:buChar char="-"/>
              <a:defRPr sz="1000"/>
            </a:lvl6pPr>
            <a:lvl7pPr lvl="6" algn="ctr" rtl="0">
              <a:lnSpc>
                <a:spcPct val="100000"/>
              </a:lnSpc>
              <a:spcBef>
                <a:spcPts val="0"/>
              </a:spcBef>
              <a:spcAft>
                <a:spcPts val="0"/>
              </a:spcAft>
              <a:buClr>
                <a:schemeClr val="dk1"/>
              </a:buClr>
              <a:buSzPts val="1400"/>
              <a:buFont typeface="Arial"/>
              <a:buChar char="-"/>
              <a:defRPr sz="1000"/>
            </a:lvl7pPr>
            <a:lvl8pPr lvl="7" algn="ctr" rtl="0">
              <a:lnSpc>
                <a:spcPct val="100000"/>
              </a:lnSpc>
              <a:spcBef>
                <a:spcPts val="0"/>
              </a:spcBef>
              <a:spcAft>
                <a:spcPts val="0"/>
              </a:spcAft>
              <a:buClr>
                <a:schemeClr val="dk1"/>
              </a:buClr>
              <a:buSzPts val="1400"/>
              <a:buFont typeface="Arial"/>
              <a:buChar char="-"/>
              <a:defRPr sz="1000"/>
            </a:lvl8pPr>
            <a:lvl9pPr lvl="8" algn="ctr" rtl="0">
              <a:lnSpc>
                <a:spcPct val="100000"/>
              </a:lnSpc>
              <a:spcBef>
                <a:spcPts val="0"/>
              </a:spcBef>
              <a:spcAft>
                <a:spcPts val="0"/>
              </a:spcAft>
              <a:buClr>
                <a:schemeClr val="dk1"/>
              </a:buClr>
              <a:buSzPts val="1400"/>
              <a:buFont typeface="Arial"/>
              <a:buChar char="-"/>
              <a:defRPr sz="1000"/>
            </a:lvl9pPr>
          </a:lstStyle>
          <a:p>
            <a:endParaRPr/>
          </a:p>
        </p:txBody>
      </p:sp>
      <p:sp>
        <p:nvSpPr>
          <p:cNvPr id="121" name="Google Shape;121;p16"/>
          <p:cNvSpPr txBox="1">
            <a:spLocks noGrp="1"/>
          </p:cNvSpPr>
          <p:nvPr>
            <p:ph type="ctrTitle"/>
          </p:nvPr>
        </p:nvSpPr>
        <p:spPr>
          <a:xfrm>
            <a:off x="4511650" y="1054625"/>
            <a:ext cx="3717900" cy="1864500"/>
          </a:xfrm>
          <a:prstGeom prst="rect">
            <a:avLst/>
          </a:prstGeom>
        </p:spPr>
        <p:txBody>
          <a:bodyPr spcFirstLastPara="1" wrap="square" lIns="91425" tIns="91425" rIns="91425" bIns="91425" anchor="ctr" anchorCtr="0">
            <a:noAutofit/>
          </a:bodyPr>
          <a:lstStyle>
            <a:lvl1pPr lvl="0" algn="r" rtl="0">
              <a:spcBef>
                <a:spcPts val="3400"/>
              </a:spcBef>
              <a:spcAft>
                <a:spcPts val="0"/>
              </a:spcAft>
              <a:buSzPts val="3600"/>
              <a:buNone/>
              <a:defRPr sz="2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pic>
        <p:nvPicPr>
          <p:cNvPr id="122" name="Google Shape;122;p16"/>
          <p:cNvPicPr preferRelativeResize="0"/>
          <p:nvPr/>
        </p:nvPicPr>
        <p:blipFill>
          <a:blip r:embed="rId2">
            <a:alphaModFix/>
          </a:blip>
          <a:stretch>
            <a:fillRect/>
          </a:stretch>
        </p:blipFill>
        <p:spPr>
          <a:xfrm>
            <a:off x="16176" y="-501681"/>
            <a:ext cx="3802725" cy="3431200"/>
          </a:xfrm>
          <a:prstGeom prst="rect">
            <a:avLst/>
          </a:prstGeom>
          <a:noFill/>
          <a:ln>
            <a:noFill/>
          </a:ln>
        </p:spPr>
      </p:pic>
      <p:pic>
        <p:nvPicPr>
          <p:cNvPr id="123" name="Google Shape;123;p16"/>
          <p:cNvPicPr preferRelativeResize="0"/>
          <p:nvPr/>
        </p:nvPicPr>
        <p:blipFill>
          <a:blip r:embed="rId2">
            <a:alphaModFix/>
          </a:blip>
          <a:stretch>
            <a:fillRect/>
          </a:stretch>
        </p:blipFill>
        <p:spPr>
          <a:xfrm rot="10800000" flipH="1">
            <a:off x="10" y="2213744"/>
            <a:ext cx="3802725" cy="34312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2">
  <p:cSld name="CUSTOM_1">
    <p:spTree>
      <p:nvGrpSpPr>
        <p:cNvPr id="1" name="Shape 137"/>
        <p:cNvGrpSpPr/>
        <p:nvPr/>
      </p:nvGrpSpPr>
      <p:grpSpPr>
        <a:xfrm>
          <a:off x="0" y="0"/>
          <a:ext cx="0" cy="0"/>
          <a:chOff x="0" y="0"/>
          <a:chExt cx="0" cy="0"/>
        </a:xfrm>
      </p:grpSpPr>
      <p:pic>
        <p:nvPicPr>
          <p:cNvPr id="138" name="Google Shape;138;p19"/>
          <p:cNvPicPr preferRelativeResize="0"/>
          <p:nvPr/>
        </p:nvPicPr>
        <p:blipFill>
          <a:blip r:embed="rId2">
            <a:alphaModFix/>
          </a:blip>
          <a:stretch>
            <a:fillRect/>
          </a:stretch>
        </p:blipFill>
        <p:spPr>
          <a:xfrm rot="10800000">
            <a:off x="3421663" y="3648350"/>
            <a:ext cx="2300675" cy="2075900"/>
          </a:xfrm>
          <a:prstGeom prst="rect">
            <a:avLst/>
          </a:prstGeom>
          <a:noFill/>
          <a:ln>
            <a:noFill/>
          </a:ln>
        </p:spPr>
      </p:pic>
      <p:pic>
        <p:nvPicPr>
          <p:cNvPr id="139" name="Google Shape;139;p19"/>
          <p:cNvPicPr preferRelativeResize="0"/>
          <p:nvPr/>
        </p:nvPicPr>
        <p:blipFill>
          <a:blip r:embed="rId2">
            <a:alphaModFix/>
          </a:blip>
          <a:stretch>
            <a:fillRect/>
          </a:stretch>
        </p:blipFill>
        <p:spPr>
          <a:xfrm>
            <a:off x="3421663" y="-580750"/>
            <a:ext cx="2300675" cy="2075900"/>
          </a:xfrm>
          <a:prstGeom prst="rect">
            <a:avLst/>
          </a:prstGeom>
          <a:noFill/>
          <a:ln>
            <a:noFill/>
          </a:ln>
        </p:spPr>
      </p:pic>
      <p:sp>
        <p:nvSpPr>
          <p:cNvPr id="140" name="Google Shape;140;p19"/>
          <p:cNvSpPr txBox="1">
            <a:spLocks noGrp="1"/>
          </p:cNvSpPr>
          <p:nvPr>
            <p:ph type="ctrTitle"/>
          </p:nvPr>
        </p:nvSpPr>
        <p:spPr>
          <a:xfrm flipH="1">
            <a:off x="2359650" y="1400650"/>
            <a:ext cx="4424700" cy="93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41" name="Google Shape;141;p19"/>
          <p:cNvSpPr txBox="1">
            <a:spLocks noGrp="1"/>
          </p:cNvSpPr>
          <p:nvPr>
            <p:ph type="subTitle" idx="1"/>
          </p:nvPr>
        </p:nvSpPr>
        <p:spPr>
          <a:xfrm>
            <a:off x="2378700" y="2530005"/>
            <a:ext cx="4386600" cy="93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300"/>
              <a:buNone/>
              <a:defRPr sz="1400"/>
            </a:lvl1pPr>
            <a:lvl2pPr lvl="1" algn="ctr" rtl="0">
              <a:lnSpc>
                <a:spcPct val="100000"/>
              </a:lnSpc>
              <a:spcBef>
                <a:spcPts val="0"/>
              </a:spcBef>
              <a:spcAft>
                <a:spcPts val="0"/>
              </a:spcAft>
              <a:buSzPts val="1300"/>
              <a:buNone/>
              <a:defRPr sz="1300"/>
            </a:lvl2pPr>
            <a:lvl3pPr lvl="2" algn="ctr" rtl="0">
              <a:lnSpc>
                <a:spcPct val="100000"/>
              </a:lnSpc>
              <a:spcBef>
                <a:spcPts val="0"/>
              </a:spcBef>
              <a:spcAft>
                <a:spcPts val="0"/>
              </a:spcAft>
              <a:buSzPts val="1300"/>
              <a:buNone/>
              <a:defRPr sz="1300"/>
            </a:lvl3pPr>
            <a:lvl4pPr lvl="3" algn="ctr" rtl="0">
              <a:lnSpc>
                <a:spcPct val="100000"/>
              </a:lnSpc>
              <a:spcBef>
                <a:spcPts val="0"/>
              </a:spcBef>
              <a:spcAft>
                <a:spcPts val="0"/>
              </a:spcAft>
              <a:buSzPts val="1300"/>
              <a:buNone/>
              <a:defRPr sz="1300"/>
            </a:lvl4pPr>
            <a:lvl5pPr lvl="4" algn="ctr" rtl="0">
              <a:lnSpc>
                <a:spcPct val="100000"/>
              </a:lnSpc>
              <a:spcBef>
                <a:spcPts val="0"/>
              </a:spcBef>
              <a:spcAft>
                <a:spcPts val="0"/>
              </a:spcAft>
              <a:buSzPts val="1300"/>
              <a:buNone/>
              <a:defRPr sz="1300"/>
            </a:lvl5pPr>
            <a:lvl6pPr lvl="5" algn="ctr" rtl="0">
              <a:lnSpc>
                <a:spcPct val="100000"/>
              </a:lnSpc>
              <a:spcBef>
                <a:spcPts val="0"/>
              </a:spcBef>
              <a:spcAft>
                <a:spcPts val="0"/>
              </a:spcAft>
              <a:buSzPts val="1300"/>
              <a:buNone/>
              <a:defRPr sz="1300"/>
            </a:lvl6pPr>
            <a:lvl7pPr lvl="6" algn="ctr" rtl="0">
              <a:lnSpc>
                <a:spcPct val="100000"/>
              </a:lnSpc>
              <a:spcBef>
                <a:spcPts val="0"/>
              </a:spcBef>
              <a:spcAft>
                <a:spcPts val="0"/>
              </a:spcAft>
              <a:buSzPts val="1300"/>
              <a:buNone/>
              <a:defRPr sz="1300"/>
            </a:lvl7pPr>
            <a:lvl8pPr lvl="7" algn="ctr" rtl="0">
              <a:lnSpc>
                <a:spcPct val="100000"/>
              </a:lnSpc>
              <a:spcBef>
                <a:spcPts val="0"/>
              </a:spcBef>
              <a:spcAft>
                <a:spcPts val="0"/>
              </a:spcAft>
              <a:buSzPts val="1300"/>
              <a:buNone/>
              <a:defRPr sz="1300"/>
            </a:lvl8pPr>
            <a:lvl9pPr lvl="8" algn="ctr" rtl="0">
              <a:lnSpc>
                <a:spcPct val="100000"/>
              </a:lnSpc>
              <a:spcBef>
                <a:spcPts val="0"/>
              </a:spcBef>
              <a:spcAft>
                <a:spcPts val="0"/>
              </a:spcAft>
              <a:buSzPts val="1300"/>
              <a:buNone/>
              <a:defRPr sz="13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1">
  <p:cSld name="CUSTOM_37">
    <p:spTree>
      <p:nvGrpSpPr>
        <p:cNvPr id="1" name="Shape 195"/>
        <p:cNvGrpSpPr/>
        <p:nvPr/>
      </p:nvGrpSpPr>
      <p:grpSpPr>
        <a:xfrm>
          <a:off x="0" y="0"/>
          <a:ext cx="0" cy="0"/>
          <a:chOff x="0" y="0"/>
          <a:chExt cx="0" cy="0"/>
        </a:xfrm>
      </p:grpSpPr>
      <p:sp>
        <p:nvSpPr>
          <p:cNvPr id="196" name="Google Shape;196;p26"/>
          <p:cNvSpPr txBox="1">
            <a:spLocks noGrp="1"/>
          </p:cNvSpPr>
          <p:nvPr>
            <p:ph type="ctrTitle"/>
          </p:nvPr>
        </p:nvSpPr>
        <p:spPr>
          <a:xfrm>
            <a:off x="457200" y="517918"/>
            <a:ext cx="8229600" cy="6705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97" name="Google Shape;197;p26"/>
          <p:cNvSpPr txBox="1">
            <a:spLocks noGrp="1"/>
          </p:cNvSpPr>
          <p:nvPr>
            <p:ph type="ctrTitle" idx="2"/>
          </p:nvPr>
        </p:nvSpPr>
        <p:spPr>
          <a:xfrm>
            <a:off x="3675800" y="1638900"/>
            <a:ext cx="18414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98" name="Google Shape;198;p26"/>
          <p:cNvSpPr txBox="1">
            <a:spLocks noGrp="1"/>
          </p:cNvSpPr>
          <p:nvPr>
            <p:ph type="subTitle" idx="1"/>
          </p:nvPr>
        </p:nvSpPr>
        <p:spPr>
          <a:xfrm>
            <a:off x="3675813" y="2100350"/>
            <a:ext cx="1841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99" name="Google Shape;199;p26"/>
          <p:cNvSpPr txBox="1">
            <a:spLocks noGrp="1"/>
          </p:cNvSpPr>
          <p:nvPr>
            <p:ph type="ctrTitle" idx="3"/>
          </p:nvPr>
        </p:nvSpPr>
        <p:spPr>
          <a:xfrm>
            <a:off x="5921301" y="1628801"/>
            <a:ext cx="18183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00" name="Google Shape;200;p26"/>
          <p:cNvSpPr txBox="1">
            <a:spLocks noGrp="1"/>
          </p:cNvSpPr>
          <p:nvPr>
            <p:ph type="subTitle" idx="4"/>
          </p:nvPr>
        </p:nvSpPr>
        <p:spPr>
          <a:xfrm>
            <a:off x="5898455" y="2074101"/>
            <a:ext cx="1841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201" name="Google Shape;201;p26"/>
          <p:cNvSpPr txBox="1">
            <a:spLocks noGrp="1"/>
          </p:cNvSpPr>
          <p:nvPr>
            <p:ph type="ctrTitle" idx="5"/>
          </p:nvPr>
        </p:nvSpPr>
        <p:spPr>
          <a:xfrm>
            <a:off x="1413972" y="1638900"/>
            <a:ext cx="18882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02" name="Google Shape;202;p26"/>
          <p:cNvSpPr txBox="1">
            <a:spLocks noGrp="1"/>
          </p:cNvSpPr>
          <p:nvPr>
            <p:ph type="subTitle" idx="6"/>
          </p:nvPr>
        </p:nvSpPr>
        <p:spPr>
          <a:xfrm>
            <a:off x="1416400" y="2100350"/>
            <a:ext cx="18831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pic>
        <p:nvPicPr>
          <p:cNvPr id="203" name="Google Shape;203;p26"/>
          <p:cNvPicPr preferRelativeResize="0"/>
          <p:nvPr/>
        </p:nvPicPr>
        <p:blipFill>
          <a:blip r:embed="rId2">
            <a:alphaModFix/>
          </a:blip>
          <a:stretch>
            <a:fillRect/>
          </a:stretch>
        </p:blipFill>
        <p:spPr>
          <a:xfrm flipH="1">
            <a:off x="-339551" y="-408250"/>
            <a:ext cx="2494901" cy="2251126"/>
          </a:xfrm>
          <a:prstGeom prst="rect">
            <a:avLst/>
          </a:prstGeom>
          <a:noFill/>
          <a:ln>
            <a:noFill/>
          </a:ln>
        </p:spPr>
      </p:pic>
      <p:pic>
        <p:nvPicPr>
          <p:cNvPr id="204" name="Google Shape;204;p26"/>
          <p:cNvPicPr preferRelativeResize="0"/>
          <p:nvPr/>
        </p:nvPicPr>
        <p:blipFill>
          <a:blip r:embed="rId2">
            <a:alphaModFix/>
          </a:blip>
          <a:stretch>
            <a:fillRect/>
          </a:stretch>
        </p:blipFill>
        <p:spPr>
          <a:xfrm flipH="1">
            <a:off x="6944449" y="-571400"/>
            <a:ext cx="2494901" cy="2251126"/>
          </a:xfrm>
          <a:prstGeom prst="rect">
            <a:avLst/>
          </a:prstGeom>
          <a:noFill/>
          <a:ln>
            <a:noFill/>
          </a:ln>
        </p:spPr>
      </p:pic>
      <p:sp>
        <p:nvSpPr>
          <p:cNvPr id="205" name="Google Shape;205;p26"/>
          <p:cNvSpPr txBox="1">
            <a:spLocks noGrp="1"/>
          </p:cNvSpPr>
          <p:nvPr>
            <p:ph type="ctrTitle" idx="7"/>
          </p:nvPr>
        </p:nvSpPr>
        <p:spPr>
          <a:xfrm>
            <a:off x="5920295" y="3212913"/>
            <a:ext cx="18414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06" name="Google Shape;206;p26"/>
          <p:cNvSpPr txBox="1">
            <a:spLocks noGrp="1"/>
          </p:cNvSpPr>
          <p:nvPr>
            <p:ph type="subTitle" idx="8"/>
          </p:nvPr>
        </p:nvSpPr>
        <p:spPr>
          <a:xfrm>
            <a:off x="5920252" y="3658212"/>
            <a:ext cx="1841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207" name="Google Shape;207;p26"/>
          <p:cNvSpPr txBox="1">
            <a:spLocks noGrp="1"/>
          </p:cNvSpPr>
          <p:nvPr>
            <p:ph type="ctrTitle" idx="9"/>
          </p:nvPr>
        </p:nvSpPr>
        <p:spPr>
          <a:xfrm>
            <a:off x="1413969" y="3212913"/>
            <a:ext cx="18414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08" name="Google Shape;208;p26"/>
          <p:cNvSpPr txBox="1">
            <a:spLocks noGrp="1"/>
          </p:cNvSpPr>
          <p:nvPr>
            <p:ph type="subTitle" idx="13"/>
          </p:nvPr>
        </p:nvSpPr>
        <p:spPr>
          <a:xfrm>
            <a:off x="1413926" y="3658212"/>
            <a:ext cx="1841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209" name="Google Shape;209;p26"/>
          <p:cNvSpPr txBox="1">
            <a:spLocks noGrp="1"/>
          </p:cNvSpPr>
          <p:nvPr>
            <p:ph type="ctrTitle" idx="14"/>
          </p:nvPr>
        </p:nvSpPr>
        <p:spPr>
          <a:xfrm>
            <a:off x="3675843" y="3212913"/>
            <a:ext cx="18414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10" name="Google Shape;210;p26"/>
          <p:cNvSpPr txBox="1">
            <a:spLocks noGrp="1"/>
          </p:cNvSpPr>
          <p:nvPr>
            <p:ph type="subTitle" idx="15"/>
          </p:nvPr>
        </p:nvSpPr>
        <p:spPr>
          <a:xfrm>
            <a:off x="3675800" y="3658212"/>
            <a:ext cx="1841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211" name="Google Shape;211;p26"/>
          <p:cNvSpPr/>
          <p:nvPr/>
        </p:nvSpPr>
        <p:spPr>
          <a:xfrm>
            <a:off x="1366875" y="1705800"/>
            <a:ext cx="1982400" cy="11568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6"/>
          <p:cNvSpPr/>
          <p:nvPr/>
        </p:nvSpPr>
        <p:spPr>
          <a:xfrm>
            <a:off x="3607775" y="1705801"/>
            <a:ext cx="1982400" cy="11568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6"/>
          <p:cNvSpPr/>
          <p:nvPr/>
        </p:nvSpPr>
        <p:spPr>
          <a:xfrm>
            <a:off x="3607775" y="3263701"/>
            <a:ext cx="1982400" cy="11568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6"/>
          <p:cNvSpPr/>
          <p:nvPr/>
        </p:nvSpPr>
        <p:spPr>
          <a:xfrm>
            <a:off x="5848675" y="1705801"/>
            <a:ext cx="1982400" cy="11568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6"/>
          <p:cNvSpPr/>
          <p:nvPr/>
        </p:nvSpPr>
        <p:spPr>
          <a:xfrm>
            <a:off x="5848675" y="3263701"/>
            <a:ext cx="1982400" cy="11568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6"/>
          <p:cNvSpPr/>
          <p:nvPr/>
        </p:nvSpPr>
        <p:spPr>
          <a:xfrm>
            <a:off x="1366875" y="3263700"/>
            <a:ext cx="1982400" cy="11568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7">
  <p:cSld name="CUSTOM_25">
    <p:spTree>
      <p:nvGrpSpPr>
        <p:cNvPr id="1" name="Shape 462"/>
        <p:cNvGrpSpPr/>
        <p:nvPr/>
      </p:nvGrpSpPr>
      <p:grpSpPr>
        <a:xfrm>
          <a:off x="0" y="0"/>
          <a:ext cx="0" cy="0"/>
          <a:chOff x="0" y="0"/>
          <a:chExt cx="0" cy="0"/>
        </a:xfrm>
      </p:grpSpPr>
      <p:pic>
        <p:nvPicPr>
          <p:cNvPr id="463" name="Google Shape;463;p50"/>
          <p:cNvPicPr preferRelativeResize="0"/>
          <p:nvPr/>
        </p:nvPicPr>
        <p:blipFill>
          <a:blip r:embed="rId2">
            <a:alphaModFix/>
          </a:blip>
          <a:stretch>
            <a:fillRect/>
          </a:stretch>
        </p:blipFill>
        <p:spPr>
          <a:xfrm>
            <a:off x="-551926" y="-847134"/>
            <a:ext cx="3136825" cy="2830350"/>
          </a:xfrm>
          <a:prstGeom prst="rect">
            <a:avLst/>
          </a:prstGeom>
          <a:noFill/>
          <a:ln>
            <a:noFill/>
          </a:ln>
        </p:spPr>
      </p:pic>
      <p:pic>
        <p:nvPicPr>
          <p:cNvPr id="464" name="Google Shape;464;p50"/>
          <p:cNvPicPr preferRelativeResize="0"/>
          <p:nvPr/>
        </p:nvPicPr>
        <p:blipFill>
          <a:blip r:embed="rId2">
            <a:alphaModFix/>
          </a:blip>
          <a:stretch>
            <a:fillRect/>
          </a:stretch>
        </p:blipFill>
        <p:spPr>
          <a:xfrm flipH="1">
            <a:off x="6559554" y="-846583"/>
            <a:ext cx="3136825" cy="2830350"/>
          </a:xfrm>
          <a:prstGeom prst="rect">
            <a:avLst/>
          </a:prstGeom>
          <a:noFill/>
          <a:ln>
            <a:noFill/>
          </a:ln>
        </p:spPr>
      </p:pic>
      <p:pic>
        <p:nvPicPr>
          <p:cNvPr id="465" name="Google Shape;465;p50"/>
          <p:cNvPicPr preferRelativeResize="0"/>
          <p:nvPr/>
        </p:nvPicPr>
        <p:blipFill>
          <a:blip r:embed="rId2">
            <a:alphaModFix/>
          </a:blip>
          <a:stretch>
            <a:fillRect/>
          </a:stretch>
        </p:blipFill>
        <p:spPr>
          <a:xfrm rot="10800000" flipH="1">
            <a:off x="-552472" y="2791087"/>
            <a:ext cx="3136825" cy="2830350"/>
          </a:xfrm>
          <a:prstGeom prst="rect">
            <a:avLst/>
          </a:prstGeom>
          <a:noFill/>
          <a:ln>
            <a:noFill/>
          </a:ln>
        </p:spPr>
      </p:pic>
      <p:pic>
        <p:nvPicPr>
          <p:cNvPr id="466" name="Google Shape;466;p50"/>
          <p:cNvPicPr preferRelativeResize="0"/>
          <p:nvPr/>
        </p:nvPicPr>
        <p:blipFill>
          <a:blip r:embed="rId2">
            <a:alphaModFix/>
          </a:blip>
          <a:stretch>
            <a:fillRect/>
          </a:stretch>
        </p:blipFill>
        <p:spPr>
          <a:xfrm rot="10800000">
            <a:off x="6549518" y="2790536"/>
            <a:ext cx="3136825" cy="2830350"/>
          </a:xfrm>
          <a:prstGeom prst="rect">
            <a:avLst/>
          </a:prstGeom>
          <a:noFill/>
          <a:ln>
            <a:noFill/>
          </a:ln>
        </p:spPr>
      </p:pic>
      <p:sp>
        <p:nvSpPr>
          <p:cNvPr id="467" name="Google Shape;467;p50"/>
          <p:cNvSpPr txBox="1">
            <a:spLocks noGrp="1"/>
          </p:cNvSpPr>
          <p:nvPr>
            <p:ph type="ctrTitle"/>
          </p:nvPr>
        </p:nvSpPr>
        <p:spPr>
          <a:xfrm flipH="1">
            <a:off x="540000" y="452237"/>
            <a:ext cx="8064000" cy="670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6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41">
    <p:spTree>
      <p:nvGrpSpPr>
        <p:cNvPr id="1" name="Shape 561"/>
        <p:cNvGrpSpPr/>
        <p:nvPr/>
      </p:nvGrpSpPr>
      <p:grpSpPr>
        <a:xfrm>
          <a:off x="0" y="0"/>
          <a:ext cx="0" cy="0"/>
          <a:chOff x="0" y="0"/>
          <a:chExt cx="0" cy="0"/>
        </a:xfrm>
      </p:grpSpPr>
      <p:pic>
        <p:nvPicPr>
          <p:cNvPr id="562" name="Google Shape;562;p63"/>
          <p:cNvPicPr preferRelativeResize="0"/>
          <p:nvPr/>
        </p:nvPicPr>
        <p:blipFill>
          <a:blip r:embed="rId2">
            <a:alphaModFix/>
          </a:blip>
          <a:stretch>
            <a:fillRect/>
          </a:stretch>
        </p:blipFill>
        <p:spPr>
          <a:xfrm rot="10800000">
            <a:off x="6843313" y="-9498"/>
            <a:ext cx="2300675" cy="2075900"/>
          </a:xfrm>
          <a:prstGeom prst="rect">
            <a:avLst/>
          </a:prstGeom>
          <a:noFill/>
          <a:ln>
            <a:noFill/>
          </a:ln>
        </p:spPr>
      </p:pic>
      <p:pic>
        <p:nvPicPr>
          <p:cNvPr id="563" name="Google Shape;563;p63"/>
          <p:cNvPicPr preferRelativeResize="0"/>
          <p:nvPr/>
        </p:nvPicPr>
        <p:blipFill>
          <a:blip r:embed="rId2">
            <a:alphaModFix/>
          </a:blip>
          <a:stretch>
            <a:fillRect/>
          </a:stretch>
        </p:blipFill>
        <p:spPr>
          <a:xfrm rot="10800000" flipH="1">
            <a:off x="-12" y="-9498"/>
            <a:ext cx="2300675" cy="20759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2">
  <p:cSld name="CUSTOM_41_1">
    <p:spTree>
      <p:nvGrpSpPr>
        <p:cNvPr id="1" name="Shape 564"/>
        <p:cNvGrpSpPr/>
        <p:nvPr/>
      </p:nvGrpSpPr>
      <p:grpSpPr>
        <a:xfrm>
          <a:off x="0" y="0"/>
          <a:ext cx="0" cy="0"/>
          <a:chOff x="0" y="0"/>
          <a:chExt cx="0" cy="0"/>
        </a:xfrm>
      </p:grpSpPr>
      <p:pic>
        <p:nvPicPr>
          <p:cNvPr id="565" name="Google Shape;565;p64"/>
          <p:cNvPicPr preferRelativeResize="0"/>
          <p:nvPr/>
        </p:nvPicPr>
        <p:blipFill>
          <a:blip r:embed="rId2">
            <a:alphaModFix/>
          </a:blip>
          <a:stretch>
            <a:fillRect/>
          </a:stretch>
        </p:blipFill>
        <p:spPr>
          <a:xfrm rot="10800000">
            <a:off x="7247964" y="3135292"/>
            <a:ext cx="2300675" cy="2075900"/>
          </a:xfrm>
          <a:prstGeom prst="rect">
            <a:avLst/>
          </a:prstGeom>
          <a:noFill/>
          <a:ln>
            <a:noFill/>
          </a:ln>
        </p:spPr>
      </p:pic>
      <p:pic>
        <p:nvPicPr>
          <p:cNvPr id="566" name="Google Shape;566;p64"/>
          <p:cNvPicPr preferRelativeResize="0"/>
          <p:nvPr/>
        </p:nvPicPr>
        <p:blipFill>
          <a:blip r:embed="rId2">
            <a:alphaModFix/>
          </a:blip>
          <a:stretch>
            <a:fillRect/>
          </a:stretch>
        </p:blipFill>
        <p:spPr>
          <a:xfrm rot="10800000" flipH="1">
            <a:off x="-984228" y="3055367"/>
            <a:ext cx="2300675" cy="20759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accent1"/>
            </a:gs>
            <a:gs pos="100000">
              <a:schemeClr val="accent2"/>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445025"/>
            <a:ext cx="82296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lt1"/>
              </a:buClr>
              <a:buSzPts val="3000"/>
              <a:buFont typeface="Squada One"/>
              <a:buNone/>
              <a:defRPr sz="3000">
                <a:solidFill>
                  <a:schemeClr val="lt1"/>
                </a:solidFill>
                <a:latin typeface="Squada One"/>
                <a:ea typeface="Squada One"/>
                <a:cs typeface="Squada One"/>
                <a:sym typeface="Squada One"/>
              </a:defRPr>
            </a:lvl1pPr>
            <a:lvl2pPr lvl="1" algn="ctr">
              <a:spcBef>
                <a:spcPts val="0"/>
              </a:spcBef>
              <a:spcAft>
                <a:spcPts val="0"/>
              </a:spcAft>
              <a:buClr>
                <a:schemeClr val="lt1"/>
              </a:buClr>
              <a:buSzPts val="2800"/>
              <a:buNone/>
              <a:defRPr sz="2800">
                <a:solidFill>
                  <a:schemeClr val="lt1"/>
                </a:solidFill>
              </a:defRPr>
            </a:lvl2pPr>
            <a:lvl3pPr lvl="2" algn="ctr">
              <a:spcBef>
                <a:spcPts val="0"/>
              </a:spcBef>
              <a:spcAft>
                <a:spcPts val="0"/>
              </a:spcAft>
              <a:buClr>
                <a:schemeClr val="lt1"/>
              </a:buClr>
              <a:buSzPts val="2800"/>
              <a:buNone/>
              <a:defRPr sz="2800">
                <a:solidFill>
                  <a:schemeClr val="lt1"/>
                </a:solidFill>
              </a:defRPr>
            </a:lvl3pPr>
            <a:lvl4pPr lvl="3" algn="ctr">
              <a:spcBef>
                <a:spcPts val="0"/>
              </a:spcBef>
              <a:spcAft>
                <a:spcPts val="0"/>
              </a:spcAft>
              <a:buClr>
                <a:schemeClr val="lt1"/>
              </a:buClr>
              <a:buSzPts val="2800"/>
              <a:buNone/>
              <a:defRPr sz="2800">
                <a:solidFill>
                  <a:schemeClr val="lt1"/>
                </a:solidFill>
              </a:defRPr>
            </a:lvl4pPr>
            <a:lvl5pPr lvl="4" algn="ctr">
              <a:spcBef>
                <a:spcPts val="0"/>
              </a:spcBef>
              <a:spcAft>
                <a:spcPts val="0"/>
              </a:spcAft>
              <a:buClr>
                <a:schemeClr val="lt1"/>
              </a:buClr>
              <a:buSzPts val="2800"/>
              <a:buNone/>
              <a:defRPr sz="2800">
                <a:solidFill>
                  <a:schemeClr val="lt1"/>
                </a:solidFill>
              </a:defRPr>
            </a:lvl5pPr>
            <a:lvl6pPr lvl="5" algn="ctr">
              <a:spcBef>
                <a:spcPts val="0"/>
              </a:spcBef>
              <a:spcAft>
                <a:spcPts val="0"/>
              </a:spcAft>
              <a:buClr>
                <a:schemeClr val="lt1"/>
              </a:buClr>
              <a:buSzPts val="2800"/>
              <a:buNone/>
              <a:defRPr sz="2800">
                <a:solidFill>
                  <a:schemeClr val="lt1"/>
                </a:solidFill>
              </a:defRPr>
            </a:lvl6pPr>
            <a:lvl7pPr lvl="6" algn="ctr">
              <a:spcBef>
                <a:spcPts val="0"/>
              </a:spcBef>
              <a:spcAft>
                <a:spcPts val="0"/>
              </a:spcAft>
              <a:buClr>
                <a:schemeClr val="lt1"/>
              </a:buClr>
              <a:buSzPts val="2800"/>
              <a:buNone/>
              <a:defRPr sz="2800">
                <a:solidFill>
                  <a:schemeClr val="lt1"/>
                </a:solidFill>
              </a:defRPr>
            </a:lvl7pPr>
            <a:lvl8pPr lvl="7" algn="ctr">
              <a:spcBef>
                <a:spcPts val="0"/>
              </a:spcBef>
              <a:spcAft>
                <a:spcPts val="0"/>
              </a:spcAft>
              <a:buClr>
                <a:schemeClr val="lt1"/>
              </a:buClr>
              <a:buSzPts val="2800"/>
              <a:buNone/>
              <a:defRPr sz="2800">
                <a:solidFill>
                  <a:schemeClr val="lt1"/>
                </a:solidFill>
              </a:defRPr>
            </a:lvl8pPr>
            <a:lvl9pPr lvl="8" algn="ctr">
              <a:spcBef>
                <a:spcPts val="0"/>
              </a:spcBef>
              <a:spcAft>
                <a:spcPts val="0"/>
              </a:spcAft>
              <a:buClr>
                <a:schemeClr val="lt1"/>
              </a:buClr>
              <a:buSzPts val="2800"/>
              <a:buNone/>
              <a:defRPr sz="2800">
                <a:solidFill>
                  <a:schemeClr val="lt1"/>
                </a:solidFill>
              </a:defRPr>
            </a:lvl9pPr>
          </a:lstStyle>
          <a:p>
            <a:endParaRPr/>
          </a:p>
        </p:txBody>
      </p:sp>
      <p:sp>
        <p:nvSpPr>
          <p:cNvPr id="7" name="Google Shape;7;p1"/>
          <p:cNvSpPr txBox="1">
            <a:spLocks noGrp="1"/>
          </p:cNvSpPr>
          <p:nvPr>
            <p:ph type="body" idx="1"/>
          </p:nvPr>
        </p:nvSpPr>
        <p:spPr>
          <a:xfrm>
            <a:off x="457200" y="1152475"/>
            <a:ext cx="8229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Roboto Condensed Light"/>
              <a:buChar char="●"/>
              <a:defRPr sz="1800">
                <a:solidFill>
                  <a:schemeClr val="lt1"/>
                </a:solidFill>
                <a:latin typeface="Roboto Condensed Light"/>
                <a:ea typeface="Roboto Condensed Light"/>
                <a:cs typeface="Roboto Condensed Light"/>
                <a:sym typeface="Roboto Condensed Light"/>
              </a:defRPr>
            </a:lvl1pPr>
            <a:lvl2pPr marL="914400" lvl="1"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2pPr>
            <a:lvl3pPr marL="1371600" lvl="2"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3pPr>
            <a:lvl4pPr marL="1828800" lvl="3"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4pPr>
            <a:lvl5pPr marL="2286000" lvl="4"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5pPr>
            <a:lvl6pPr marL="2743200" lvl="5"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6pPr>
            <a:lvl7pPr marL="3200400" lvl="6"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7pPr>
            <a:lvl8pPr marL="3657600" lvl="7"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8pPr>
            <a:lvl9pPr marL="4114800" lvl="8" indent="-317500">
              <a:lnSpc>
                <a:spcPct val="115000"/>
              </a:lnSpc>
              <a:spcBef>
                <a:spcPts val="1600"/>
              </a:spcBef>
              <a:spcAft>
                <a:spcPts val="160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8" r:id="rId4"/>
    <p:sldLayoutId id="2147483661" r:id="rId5"/>
    <p:sldLayoutId id="2147483662" r:id="rId6"/>
    <p:sldLayoutId id="2147483665" r:id="rId7"/>
    <p:sldLayoutId id="2147483672" r:id="rId8"/>
    <p:sldLayoutId id="2147483696" r:id="rId9"/>
    <p:sldLayoutId id="2147483709" r:id="rId10"/>
    <p:sldLayoutId id="214748371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94"/>
          <p:cNvSpPr txBox="1">
            <a:spLocks noGrp="1"/>
          </p:cNvSpPr>
          <p:nvPr>
            <p:ph type="title"/>
          </p:nvPr>
        </p:nvSpPr>
        <p:spPr>
          <a:xfrm>
            <a:off x="304800" y="631410"/>
            <a:ext cx="8229600" cy="510900"/>
          </a:xfrm>
          <a:prstGeom prst="rect">
            <a:avLst/>
          </a:prstGeom>
        </p:spPr>
        <p:txBody>
          <a:bodyPr spcFirstLastPara="1" wrap="square" lIns="91425" tIns="91425" rIns="91425" bIns="91425" anchor="ctr" anchorCtr="0">
            <a:noAutofit/>
          </a:bodyPr>
          <a:lstStyle/>
          <a:p>
            <a:pPr lvl="0">
              <a:buClr>
                <a:schemeClr val="dk1"/>
              </a:buClr>
              <a:buSzPts val="1100"/>
            </a:pPr>
            <a:r>
              <a:rPr lang="en" sz="3600" dirty="0">
                <a:solidFill>
                  <a:srgbClr val="002060"/>
                </a:solidFill>
              </a:rPr>
              <a:t>CEF 44O: INTERNET PROGRAMMING (J2EE) </a:t>
            </a:r>
            <a:r>
              <a:rPr lang="en-US" sz="3600" dirty="0">
                <a:solidFill>
                  <a:srgbClr val="002060"/>
                </a:solidFill>
              </a:rPr>
              <a:t>AND MOBILE PROGRAMMING</a:t>
            </a:r>
            <a:r>
              <a:rPr lang="en" sz="3600" dirty="0">
                <a:solidFill>
                  <a:srgbClr val="002060"/>
                </a:solidFill>
              </a:rPr>
              <a:t> </a:t>
            </a:r>
            <a:endParaRPr sz="3600" dirty="0">
              <a:solidFill>
                <a:srgbClr val="002060"/>
              </a:solidFill>
            </a:endParaRPr>
          </a:p>
        </p:txBody>
      </p:sp>
      <p:sp>
        <p:nvSpPr>
          <p:cNvPr id="766" name="Google Shape;766;p94"/>
          <p:cNvSpPr txBox="1">
            <a:spLocks noGrp="1"/>
          </p:cNvSpPr>
          <p:nvPr>
            <p:ph type="subTitle" idx="1"/>
          </p:nvPr>
        </p:nvSpPr>
        <p:spPr>
          <a:xfrm>
            <a:off x="457200" y="2497583"/>
            <a:ext cx="8229600" cy="417900"/>
          </a:xfrm>
          <a:prstGeom prst="rect">
            <a:avLst/>
          </a:prstGeom>
        </p:spPr>
        <p:txBody>
          <a:bodyPr spcFirstLastPara="1" wrap="square" lIns="91425" tIns="91425" rIns="91425" bIns="91425" anchor="t" anchorCtr="0">
            <a:noAutofit/>
          </a:bodyPr>
          <a:lstStyle/>
          <a:p>
            <a:r>
              <a:rPr lang="en-US" dirty="0">
                <a:solidFill>
                  <a:schemeClr val="bg1"/>
                </a:solidFill>
                <a:latin typeface="Roboto Condensed Light" panose="020B0604020202020204" charset="0"/>
                <a:ea typeface="Roboto Condensed Light" panose="020B0604020202020204" charset="0"/>
              </a:rPr>
              <a:t>AJAMAH GODLOVE NKEMEJAH             FE21A129</a:t>
            </a:r>
          </a:p>
          <a:p>
            <a:endParaRPr lang="en-US" dirty="0">
              <a:solidFill>
                <a:schemeClr val="bg1"/>
              </a:solidFill>
              <a:latin typeface="Roboto Condensed Light" panose="020B0604020202020204" charset="0"/>
              <a:ea typeface="Roboto Condensed Light" panose="020B0604020202020204" charset="0"/>
            </a:endParaRPr>
          </a:p>
          <a:p>
            <a:r>
              <a:rPr lang="en-US" dirty="0">
                <a:solidFill>
                  <a:schemeClr val="bg1"/>
                </a:solidFill>
                <a:latin typeface="Roboto Condensed Light" panose="020B0604020202020204" charset="0"/>
                <a:ea typeface="Roboto Condensed Light" panose="020B0604020202020204" charset="0"/>
              </a:rPr>
              <a:t>AMABO JOSHUA NGWA                          FE21A135</a:t>
            </a:r>
          </a:p>
          <a:p>
            <a:endParaRPr lang="en-US" dirty="0">
              <a:solidFill>
                <a:schemeClr val="bg1"/>
              </a:solidFill>
              <a:latin typeface="Roboto Condensed Light" panose="020B0604020202020204" charset="0"/>
              <a:ea typeface="Roboto Condensed Light" panose="020B0604020202020204" charset="0"/>
            </a:endParaRPr>
          </a:p>
          <a:p>
            <a:r>
              <a:rPr lang="en-US" dirty="0">
                <a:solidFill>
                  <a:schemeClr val="bg1"/>
                </a:solidFill>
                <a:latin typeface="Roboto Condensed Light" panose="020B0604020202020204" charset="0"/>
                <a:ea typeface="Roboto Condensed Light" panose="020B0604020202020204" charset="0"/>
              </a:rPr>
              <a:t>MBACHAM LOANA NING                         FE21A228</a:t>
            </a:r>
          </a:p>
          <a:p>
            <a:endParaRPr lang="en-US" dirty="0">
              <a:solidFill>
                <a:schemeClr val="bg1"/>
              </a:solidFill>
              <a:latin typeface="Roboto Condensed Light" panose="020B0604020202020204" charset="0"/>
              <a:ea typeface="Roboto Condensed Light" panose="020B0604020202020204" charset="0"/>
            </a:endParaRPr>
          </a:p>
          <a:p>
            <a:r>
              <a:rPr lang="en-US" dirty="0">
                <a:solidFill>
                  <a:schemeClr val="bg1"/>
                </a:solidFill>
                <a:latin typeface="Roboto Condensed Light" panose="020B0604020202020204" charset="0"/>
                <a:ea typeface="Roboto Condensed Light" panose="020B0604020202020204" charset="0"/>
              </a:rPr>
              <a:t>NGOUNG TASSA ALAIN SHIRESS           FE21A262</a:t>
            </a:r>
          </a:p>
          <a:p>
            <a:endParaRPr lang="en-US" dirty="0">
              <a:solidFill>
                <a:schemeClr val="bg1"/>
              </a:solidFill>
              <a:latin typeface="Roboto Condensed Light" panose="020B0604020202020204" charset="0"/>
              <a:ea typeface="Roboto Condensed Light" panose="020B0604020202020204" charset="0"/>
            </a:endParaRPr>
          </a:p>
          <a:p>
            <a:r>
              <a:rPr lang="en-US" dirty="0">
                <a:solidFill>
                  <a:schemeClr val="bg1"/>
                </a:solidFill>
                <a:latin typeface="Roboto Condensed Light" panose="020B0604020202020204" charset="0"/>
                <a:ea typeface="Roboto Condensed Light" panose="020B0604020202020204" charset="0"/>
              </a:rPr>
              <a:t>NYUYSEVER BORIS DINNYUY                 FE21A295</a:t>
            </a:r>
          </a:p>
          <a:p>
            <a:endParaRPr lang="en-US" dirty="0">
              <a:solidFill>
                <a:schemeClr val="bg1"/>
              </a:solidFill>
              <a:latin typeface="Montserrat ExtraBold" panose="020B0604020202020204" charset="0"/>
            </a:endParaRPr>
          </a:p>
          <a:p>
            <a:pPr marL="0" lvl="0" indent="0" algn="ctr" rtl="0">
              <a:spcBef>
                <a:spcPts val="0"/>
              </a:spcBef>
              <a:spcAft>
                <a:spcPts val="0"/>
              </a:spcAft>
              <a:buClr>
                <a:schemeClr val="dk1"/>
              </a:buClr>
              <a:buSzPts val="1100"/>
              <a:buFont typeface="Arial"/>
              <a:buNone/>
            </a:pPr>
            <a:endParaRPr dirty="0"/>
          </a:p>
        </p:txBody>
      </p:sp>
      <p:sp>
        <p:nvSpPr>
          <p:cNvPr id="5" name="TextBox 4">
            <a:extLst>
              <a:ext uri="{FF2B5EF4-FFF2-40B4-BE49-F238E27FC236}">
                <a16:creationId xmlns:a16="http://schemas.microsoft.com/office/drawing/2014/main" id="{6EA565FA-B725-48FE-9593-6F14B7F537E0}"/>
              </a:ext>
            </a:extLst>
          </p:cNvPr>
          <p:cNvSpPr txBox="1"/>
          <p:nvPr/>
        </p:nvSpPr>
        <p:spPr>
          <a:xfrm>
            <a:off x="4000500" y="1920240"/>
            <a:ext cx="1981200" cy="307777"/>
          </a:xfrm>
          <a:prstGeom prst="rect">
            <a:avLst/>
          </a:prstGeom>
          <a:noFill/>
        </p:spPr>
        <p:txBody>
          <a:bodyPr wrap="square" rtlCol="0">
            <a:spAutoFit/>
          </a:bodyPr>
          <a:lstStyle/>
          <a:p>
            <a:r>
              <a:rPr lang="en-US" dirty="0">
                <a:solidFill>
                  <a:srgbClr val="002060"/>
                </a:solidFill>
                <a:latin typeface="Montserrat ExtraBold" panose="020B0604020202020204" charset="0"/>
                <a:ea typeface="Roboto" panose="020B0604020202020204" charset="0"/>
              </a:rPr>
              <a:t>PRESENTED BY</a:t>
            </a:r>
          </a:p>
        </p:txBody>
      </p:sp>
      <p:cxnSp>
        <p:nvCxnSpPr>
          <p:cNvPr id="7" name="Straight Connector 6">
            <a:extLst>
              <a:ext uri="{FF2B5EF4-FFF2-40B4-BE49-F238E27FC236}">
                <a16:creationId xmlns:a16="http://schemas.microsoft.com/office/drawing/2014/main" id="{FDBB962D-C193-4A3B-B36F-60174EB07EBA}"/>
              </a:ext>
            </a:extLst>
          </p:cNvPr>
          <p:cNvCxnSpPr>
            <a:cxnSpLocks/>
          </p:cNvCxnSpPr>
          <p:nvPr/>
        </p:nvCxnSpPr>
        <p:spPr>
          <a:xfrm>
            <a:off x="4000500" y="2228017"/>
            <a:ext cx="146304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AF9B3390-47B3-4A42-AC5D-6DDFBB5F264F}"/>
              </a:ext>
            </a:extLst>
          </p:cNvPr>
          <p:cNvSpPr/>
          <p:nvPr/>
        </p:nvSpPr>
        <p:spPr>
          <a:xfrm>
            <a:off x="7612380" y="4259580"/>
            <a:ext cx="1280160" cy="647700"/>
          </a:xfrm>
          <a:prstGeom prst="round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ExtraBold" panose="020B0604020202020204" charset="0"/>
              </a:rPr>
              <a:t>TASK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110"/>
          <p:cNvSpPr txBox="1">
            <a:spLocks noGrp="1"/>
          </p:cNvSpPr>
          <p:nvPr>
            <p:ph type="ctrTitle"/>
          </p:nvPr>
        </p:nvSpPr>
        <p:spPr>
          <a:xfrm>
            <a:off x="457200" y="517918"/>
            <a:ext cx="8229600" cy="670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dirty="0">
                <a:solidFill>
                  <a:srgbClr val="002060"/>
                </a:solidFill>
              </a:rPr>
              <a:t>TABLE OF CONTENTS</a:t>
            </a:r>
            <a:endParaRPr dirty="0">
              <a:solidFill>
                <a:srgbClr val="002060"/>
              </a:solidFill>
            </a:endParaRPr>
          </a:p>
        </p:txBody>
      </p:sp>
      <p:sp>
        <p:nvSpPr>
          <p:cNvPr id="931" name="Google Shape;931;p110"/>
          <p:cNvSpPr txBox="1">
            <a:spLocks noGrp="1"/>
          </p:cNvSpPr>
          <p:nvPr>
            <p:ph type="ctrTitle" idx="2"/>
          </p:nvPr>
        </p:nvSpPr>
        <p:spPr>
          <a:xfrm>
            <a:off x="3675800" y="1638900"/>
            <a:ext cx="1841400" cy="57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sp>
        <p:nvSpPr>
          <p:cNvPr id="932" name="Google Shape;932;p110"/>
          <p:cNvSpPr txBox="1">
            <a:spLocks noGrp="1"/>
          </p:cNvSpPr>
          <p:nvPr>
            <p:ph type="subTitle" idx="1"/>
          </p:nvPr>
        </p:nvSpPr>
        <p:spPr>
          <a:xfrm>
            <a:off x="3675813" y="2100350"/>
            <a:ext cx="1841400" cy="36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USE CASE ANALYSIS &amp; DESIGN</a:t>
            </a:r>
            <a:endParaRPr dirty="0"/>
          </a:p>
        </p:txBody>
      </p:sp>
      <p:sp>
        <p:nvSpPr>
          <p:cNvPr id="933" name="Google Shape;933;p110"/>
          <p:cNvSpPr txBox="1">
            <a:spLocks noGrp="1"/>
          </p:cNvSpPr>
          <p:nvPr>
            <p:ph type="ctrTitle" idx="3"/>
          </p:nvPr>
        </p:nvSpPr>
        <p:spPr>
          <a:xfrm>
            <a:off x="5921301" y="1628801"/>
            <a:ext cx="1818300" cy="57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03</a:t>
            </a:r>
            <a:endParaRPr dirty="0"/>
          </a:p>
        </p:txBody>
      </p:sp>
      <p:sp>
        <p:nvSpPr>
          <p:cNvPr id="934" name="Google Shape;934;p110"/>
          <p:cNvSpPr txBox="1">
            <a:spLocks noGrp="1"/>
          </p:cNvSpPr>
          <p:nvPr>
            <p:ph type="subTitle" idx="4"/>
          </p:nvPr>
        </p:nvSpPr>
        <p:spPr>
          <a:xfrm>
            <a:off x="5898455" y="2074101"/>
            <a:ext cx="1841400" cy="36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CLASS DIAGRAM AND DESIGN</a:t>
            </a:r>
            <a:endParaRPr dirty="0"/>
          </a:p>
        </p:txBody>
      </p:sp>
      <p:sp>
        <p:nvSpPr>
          <p:cNvPr id="935" name="Google Shape;935;p110"/>
          <p:cNvSpPr txBox="1">
            <a:spLocks noGrp="1"/>
          </p:cNvSpPr>
          <p:nvPr>
            <p:ph type="ctrTitle" idx="5"/>
          </p:nvPr>
        </p:nvSpPr>
        <p:spPr>
          <a:xfrm>
            <a:off x="1413972" y="1638900"/>
            <a:ext cx="1888200" cy="57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sp>
        <p:nvSpPr>
          <p:cNvPr id="936" name="Google Shape;936;p110"/>
          <p:cNvSpPr txBox="1">
            <a:spLocks noGrp="1"/>
          </p:cNvSpPr>
          <p:nvPr>
            <p:ph type="subTitle" idx="6"/>
          </p:nvPr>
        </p:nvSpPr>
        <p:spPr>
          <a:xfrm>
            <a:off x="1416400" y="2100350"/>
            <a:ext cx="1883100" cy="36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latin typeface="Roboto Condensed Light" panose="020B0604020202020204" charset="0"/>
                <a:ea typeface="Roboto Condensed Light" panose="020B0604020202020204" charset="0"/>
              </a:rPr>
              <a:t>INTRODUCTION</a:t>
            </a:r>
            <a:endParaRPr dirty="0">
              <a:latin typeface="Roboto Condensed Light" panose="020B0604020202020204" charset="0"/>
              <a:ea typeface="Roboto Condensed Light" panose="020B0604020202020204" charset="0"/>
            </a:endParaRPr>
          </a:p>
        </p:txBody>
      </p:sp>
      <p:sp>
        <p:nvSpPr>
          <p:cNvPr id="937" name="Google Shape;937;p110"/>
          <p:cNvSpPr txBox="1">
            <a:spLocks noGrp="1"/>
          </p:cNvSpPr>
          <p:nvPr>
            <p:ph type="ctrTitle" idx="7"/>
          </p:nvPr>
        </p:nvSpPr>
        <p:spPr>
          <a:xfrm>
            <a:off x="5920295" y="3212913"/>
            <a:ext cx="1841400" cy="57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06</a:t>
            </a:r>
            <a:endParaRPr dirty="0"/>
          </a:p>
        </p:txBody>
      </p:sp>
      <p:sp>
        <p:nvSpPr>
          <p:cNvPr id="938" name="Google Shape;938;p110"/>
          <p:cNvSpPr txBox="1">
            <a:spLocks noGrp="1"/>
          </p:cNvSpPr>
          <p:nvPr>
            <p:ph type="subTitle" idx="8"/>
          </p:nvPr>
        </p:nvSpPr>
        <p:spPr>
          <a:xfrm>
            <a:off x="5920252" y="3658212"/>
            <a:ext cx="1841400" cy="36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DEPLOYMENT DIAGRAM &amp; DESIGN</a:t>
            </a:r>
            <a:endParaRPr dirty="0"/>
          </a:p>
        </p:txBody>
      </p:sp>
      <p:sp>
        <p:nvSpPr>
          <p:cNvPr id="939" name="Google Shape;939;p110"/>
          <p:cNvSpPr txBox="1">
            <a:spLocks noGrp="1"/>
          </p:cNvSpPr>
          <p:nvPr>
            <p:ph type="ctrTitle" idx="9"/>
          </p:nvPr>
        </p:nvSpPr>
        <p:spPr>
          <a:xfrm>
            <a:off x="1413969" y="3212913"/>
            <a:ext cx="1841400" cy="57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04</a:t>
            </a:r>
            <a:endParaRPr dirty="0"/>
          </a:p>
        </p:txBody>
      </p:sp>
      <p:sp>
        <p:nvSpPr>
          <p:cNvPr id="940" name="Google Shape;940;p110"/>
          <p:cNvSpPr txBox="1">
            <a:spLocks noGrp="1"/>
          </p:cNvSpPr>
          <p:nvPr>
            <p:ph type="subTitle" idx="13"/>
          </p:nvPr>
        </p:nvSpPr>
        <p:spPr>
          <a:xfrm>
            <a:off x="1413926" y="3658212"/>
            <a:ext cx="1841400" cy="36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SEQUENCE DIAGRAM</a:t>
            </a:r>
            <a:endParaRPr dirty="0"/>
          </a:p>
          <a:p>
            <a:pPr marL="0" lvl="0" indent="0" algn="ctr" rtl="0">
              <a:spcBef>
                <a:spcPts val="0"/>
              </a:spcBef>
              <a:spcAft>
                <a:spcPts val="0"/>
              </a:spcAft>
              <a:buNone/>
            </a:pPr>
            <a:endParaRPr dirty="0"/>
          </a:p>
        </p:txBody>
      </p:sp>
      <p:sp>
        <p:nvSpPr>
          <p:cNvPr id="941" name="Google Shape;941;p110"/>
          <p:cNvSpPr txBox="1">
            <a:spLocks noGrp="1"/>
          </p:cNvSpPr>
          <p:nvPr>
            <p:ph type="ctrTitle" idx="14"/>
          </p:nvPr>
        </p:nvSpPr>
        <p:spPr>
          <a:xfrm>
            <a:off x="3675843" y="3212913"/>
            <a:ext cx="1841400" cy="57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05</a:t>
            </a:r>
            <a:endParaRPr dirty="0"/>
          </a:p>
        </p:txBody>
      </p:sp>
      <p:sp>
        <p:nvSpPr>
          <p:cNvPr id="3" name="Subtitle 2">
            <a:extLst>
              <a:ext uri="{FF2B5EF4-FFF2-40B4-BE49-F238E27FC236}">
                <a16:creationId xmlns:a16="http://schemas.microsoft.com/office/drawing/2014/main" id="{C0469EAD-922D-4D5A-8845-1424E3C2648C}"/>
              </a:ext>
            </a:extLst>
          </p:cNvPr>
          <p:cNvSpPr>
            <a:spLocks noGrp="1"/>
          </p:cNvSpPr>
          <p:nvPr>
            <p:ph type="subTitle" idx="15"/>
          </p:nvPr>
        </p:nvSpPr>
        <p:spPr>
          <a:xfrm>
            <a:off x="3523400" y="3668484"/>
            <a:ext cx="1917280" cy="367800"/>
          </a:xfrm>
        </p:spPr>
        <p:txBody>
          <a:bodyPr/>
          <a:lstStyle/>
          <a:p>
            <a:r>
              <a:rPr lang="en-US" dirty="0"/>
              <a:t>CONTEXT DIAGRAM </a:t>
            </a:r>
          </a:p>
        </p:txBody>
      </p:sp>
      <p:sp>
        <p:nvSpPr>
          <p:cNvPr id="5" name="Rectangle 4">
            <a:extLst>
              <a:ext uri="{FF2B5EF4-FFF2-40B4-BE49-F238E27FC236}">
                <a16:creationId xmlns:a16="http://schemas.microsoft.com/office/drawing/2014/main" id="{FF50C98D-A5F0-4CC4-ADEA-7A2AB2B53B22}"/>
              </a:ext>
            </a:extLst>
          </p:cNvPr>
          <p:cNvSpPr/>
          <p:nvPr/>
        </p:nvSpPr>
        <p:spPr>
          <a:xfrm>
            <a:off x="3602090" y="4491854"/>
            <a:ext cx="1975750" cy="499193"/>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CA938C6-1271-4401-8E40-0EF23A9DA602}"/>
              </a:ext>
            </a:extLst>
          </p:cNvPr>
          <p:cNvSpPr txBox="1"/>
          <p:nvPr/>
        </p:nvSpPr>
        <p:spPr>
          <a:xfrm>
            <a:off x="3749040" y="4565518"/>
            <a:ext cx="1691640" cy="338554"/>
          </a:xfrm>
          <a:prstGeom prst="rect">
            <a:avLst/>
          </a:prstGeom>
          <a:noFill/>
          <a:ln>
            <a:noFill/>
          </a:ln>
        </p:spPr>
        <p:txBody>
          <a:bodyPr wrap="square" rtlCol="0">
            <a:spAutoFit/>
          </a:bodyPr>
          <a:lstStyle/>
          <a:p>
            <a:pPr algn="ctr"/>
            <a:r>
              <a:rPr lang="en-US" sz="1600" dirty="0">
                <a:solidFill>
                  <a:schemeClr val="bg1"/>
                </a:solidFill>
                <a:latin typeface="Squada One" panose="020B0604020202020204" charset="0"/>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100"/>
          <p:cNvSpPr txBox="1">
            <a:spLocks noGrp="1"/>
          </p:cNvSpPr>
          <p:nvPr>
            <p:ph type="subTitle" idx="1"/>
          </p:nvPr>
        </p:nvSpPr>
        <p:spPr>
          <a:xfrm>
            <a:off x="4022855" y="1279780"/>
            <a:ext cx="4299000" cy="316268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In todays fast pace technological landscape, business and organizations rely on robust systems to streamline their operations and enhance productivity.</a:t>
            </a:r>
          </a:p>
          <a:p>
            <a:pPr marL="0" lvl="0" indent="0" algn="l" rtl="0">
              <a:spcBef>
                <a:spcPts val="0"/>
              </a:spcBef>
              <a:spcAft>
                <a:spcPts val="0"/>
              </a:spcAft>
              <a:buClr>
                <a:schemeClr val="dk1"/>
              </a:buClr>
              <a:buSzPts val="1100"/>
              <a:buFont typeface="Arial"/>
              <a:buNone/>
            </a:pPr>
            <a:endParaRPr lang="en-US" dirty="0"/>
          </a:p>
          <a:p>
            <a:pPr marL="0" lvl="0" indent="0" algn="l" rtl="0">
              <a:spcBef>
                <a:spcPts val="0"/>
              </a:spcBef>
              <a:spcAft>
                <a:spcPts val="0"/>
              </a:spcAft>
              <a:buClr>
                <a:schemeClr val="dk1"/>
              </a:buClr>
              <a:buSzPts val="1100"/>
              <a:buFont typeface="Arial"/>
              <a:buNone/>
            </a:pPr>
            <a:r>
              <a:rPr lang="en-US" dirty="0"/>
              <a:t>System modelling and design is the process of creating a blueprint that that captures structures, behavior and functionality of systems  allowing analysis, simulation and optimization of complex systems.</a:t>
            </a:r>
            <a:endParaRPr dirty="0"/>
          </a:p>
          <a:p>
            <a:pPr marL="0" lvl="0" indent="0" algn="ctr" rtl="0">
              <a:spcBef>
                <a:spcPts val="0"/>
              </a:spcBef>
              <a:spcAft>
                <a:spcPts val="0"/>
              </a:spcAft>
              <a:buNone/>
            </a:pPr>
            <a:endParaRPr dirty="0"/>
          </a:p>
        </p:txBody>
      </p:sp>
      <p:sp>
        <p:nvSpPr>
          <p:cNvPr id="827" name="Google Shape;827;p100"/>
          <p:cNvSpPr txBox="1">
            <a:spLocks noGrp="1"/>
          </p:cNvSpPr>
          <p:nvPr>
            <p:ph type="title" idx="2"/>
          </p:nvPr>
        </p:nvSpPr>
        <p:spPr>
          <a:xfrm>
            <a:off x="3421380" y="-158913"/>
            <a:ext cx="3489960" cy="109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3600" dirty="0">
                <a:solidFill>
                  <a:srgbClr val="002060"/>
                </a:solidFill>
              </a:rPr>
              <a:t>01. INTRODUCTION</a:t>
            </a:r>
            <a:endParaRPr sz="3600" dirty="0">
              <a:solidFill>
                <a:srgbClr val="002060"/>
              </a:solidFill>
            </a:endParaRPr>
          </a:p>
        </p:txBody>
      </p:sp>
      <p:sp>
        <p:nvSpPr>
          <p:cNvPr id="4" name="TextBox 3">
            <a:extLst>
              <a:ext uri="{FF2B5EF4-FFF2-40B4-BE49-F238E27FC236}">
                <a16:creationId xmlns:a16="http://schemas.microsoft.com/office/drawing/2014/main" id="{457D84BB-B635-41D5-B8C5-B25ABD76C5FB}"/>
              </a:ext>
            </a:extLst>
          </p:cNvPr>
          <p:cNvSpPr txBox="1"/>
          <p:nvPr/>
        </p:nvSpPr>
        <p:spPr>
          <a:xfrm>
            <a:off x="4084475" y="838200"/>
            <a:ext cx="2339340" cy="369332"/>
          </a:xfrm>
          <a:prstGeom prst="rect">
            <a:avLst/>
          </a:prstGeom>
          <a:noFill/>
        </p:spPr>
        <p:txBody>
          <a:bodyPr wrap="square" rtlCol="0">
            <a:spAutoFit/>
          </a:bodyPr>
          <a:lstStyle/>
          <a:p>
            <a:r>
              <a:rPr lang="en-US" sz="1600" dirty="0">
                <a:solidFill>
                  <a:srgbClr val="002060"/>
                </a:solidFill>
                <a:latin typeface="Squada One" panose="020B0604020202020204" charset="0"/>
              </a:rPr>
              <a:t>A.  </a:t>
            </a:r>
            <a:r>
              <a:rPr lang="en-US" sz="1800" dirty="0">
                <a:solidFill>
                  <a:srgbClr val="002060"/>
                </a:solidFill>
                <a:latin typeface="Squada One" panose="020B0604020202020204" charset="0"/>
              </a:rPr>
              <a:t>FOREWORD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2" name="TextBox 1">
            <a:extLst>
              <a:ext uri="{FF2B5EF4-FFF2-40B4-BE49-F238E27FC236}">
                <a16:creationId xmlns:a16="http://schemas.microsoft.com/office/drawing/2014/main" id="{55C56943-C9ED-4061-B8AC-4CC8AC1E2008}"/>
              </a:ext>
            </a:extLst>
          </p:cNvPr>
          <p:cNvSpPr txBox="1"/>
          <p:nvPr/>
        </p:nvSpPr>
        <p:spPr>
          <a:xfrm>
            <a:off x="2849880" y="434340"/>
            <a:ext cx="2842260" cy="369332"/>
          </a:xfrm>
          <a:prstGeom prst="rect">
            <a:avLst/>
          </a:prstGeom>
          <a:noFill/>
        </p:spPr>
        <p:txBody>
          <a:bodyPr wrap="square" rtlCol="0">
            <a:spAutoFit/>
          </a:bodyPr>
          <a:lstStyle/>
          <a:p>
            <a:r>
              <a:rPr lang="en-US" sz="1800" dirty="0">
                <a:solidFill>
                  <a:srgbClr val="002060"/>
                </a:solidFill>
                <a:latin typeface="Squada One" panose="020B0604020202020204" charset="0"/>
              </a:rPr>
              <a:t>B.  RELATION TO SCOPE</a:t>
            </a:r>
          </a:p>
        </p:txBody>
      </p:sp>
      <p:sp>
        <p:nvSpPr>
          <p:cNvPr id="5" name="TextBox 4">
            <a:extLst>
              <a:ext uri="{FF2B5EF4-FFF2-40B4-BE49-F238E27FC236}">
                <a16:creationId xmlns:a16="http://schemas.microsoft.com/office/drawing/2014/main" id="{98234BBD-45EC-47C8-9968-B1AEB95AA1CE}"/>
              </a:ext>
            </a:extLst>
          </p:cNvPr>
          <p:cNvSpPr txBox="1"/>
          <p:nvPr/>
        </p:nvSpPr>
        <p:spPr>
          <a:xfrm>
            <a:off x="2849880" y="1097280"/>
            <a:ext cx="5570220" cy="2308324"/>
          </a:xfrm>
          <a:prstGeom prst="rect">
            <a:avLst/>
          </a:prstGeom>
          <a:noFill/>
        </p:spPr>
        <p:txBody>
          <a:bodyPr wrap="square" rtlCol="0">
            <a:spAutoFit/>
          </a:bodyPr>
          <a:lstStyle/>
          <a:p>
            <a:r>
              <a:rPr lang="en-US" sz="1600" dirty="0">
                <a:solidFill>
                  <a:schemeClr val="bg1"/>
                </a:solidFill>
                <a:latin typeface="Roboto Condensed Light" panose="020B0604020202020204" charset="0"/>
                <a:ea typeface="Roboto Condensed Light" panose="020B0604020202020204" charset="0"/>
              </a:rPr>
              <a:t>In relation to the fingerprint-based attendance recording system, this cutting-edge solution leverages biometric technology to accurately record and track the attendance of individuals by meticulously expatiating on architectural designs and workflows as well as ensuring seamless integration with existing infrastructure.  </a:t>
            </a:r>
          </a:p>
          <a:p>
            <a:endParaRPr lang="en-US" sz="1600" dirty="0">
              <a:solidFill>
                <a:schemeClr val="bg1"/>
              </a:solidFill>
              <a:latin typeface="Roboto Condensed Light" panose="020B0604020202020204" charset="0"/>
              <a:ea typeface="Roboto Condensed Light" panose="020B0604020202020204" charset="0"/>
            </a:endParaRPr>
          </a:p>
          <a:p>
            <a:r>
              <a:rPr lang="en-US" sz="1600" dirty="0">
                <a:solidFill>
                  <a:schemeClr val="bg1"/>
                </a:solidFill>
                <a:latin typeface="Roboto Condensed Light" panose="020B0604020202020204" charset="0"/>
                <a:ea typeface="Roboto Condensed Light" panose="020B0604020202020204" charset="0"/>
              </a:rPr>
              <a:t>The boons are thus optimization of recording process, elimination of manual errors and overall enhancement in security just to name a few.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4" name="TextBox 3">
            <a:extLst>
              <a:ext uri="{FF2B5EF4-FFF2-40B4-BE49-F238E27FC236}">
                <a16:creationId xmlns:a16="http://schemas.microsoft.com/office/drawing/2014/main" id="{906FBBE5-5652-44B9-BB8F-B3F854185C03}"/>
              </a:ext>
            </a:extLst>
          </p:cNvPr>
          <p:cNvSpPr txBox="1"/>
          <p:nvPr/>
        </p:nvSpPr>
        <p:spPr>
          <a:xfrm>
            <a:off x="4861560" y="443002"/>
            <a:ext cx="4396740" cy="1200329"/>
          </a:xfrm>
          <a:prstGeom prst="rect">
            <a:avLst/>
          </a:prstGeom>
          <a:noFill/>
        </p:spPr>
        <p:txBody>
          <a:bodyPr wrap="square" rtlCol="0">
            <a:spAutoFit/>
          </a:bodyPr>
          <a:lstStyle/>
          <a:p>
            <a:r>
              <a:rPr lang="en-US" sz="3600" dirty="0">
                <a:solidFill>
                  <a:srgbClr val="002060"/>
                </a:solidFill>
                <a:latin typeface="Squada One" panose="020B0604020202020204" charset="0"/>
              </a:rPr>
              <a:t>02.  USE CASE ANALYSIS &amp; DESIGN</a:t>
            </a:r>
          </a:p>
        </p:txBody>
      </p:sp>
      <p:sp>
        <p:nvSpPr>
          <p:cNvPr id="7" name="TextBox 6">
            <a:extLst>
              <a:ext uri="{FF2B5EF4-FFF2-40B4-BE49-F238E27FC236}">
                <a16:creationId xmlns:a16="http://schemas.microsoft.com/office/drawing/2014/main" id="{9527091C-BBF0-4AE0-9A93-7552DC31339D}"/>
              </a:ext>
            </a:extLst>
          </p:cNvPr>
          <p:cNvSpPr txBox="1"/>
          <p:nvPr/>
        </p:nvSpPr>
        <p:spPr>
          <a:xfrm>
            <a:off x="4861560" y="2063473"/>
            <a:ext cx="4061460" cy="1323439"/>
          </a:xfrm>
          <a:prstGeom prst="rect">
            <a:avLst/>
          </a:prstGeom>
          <a:noFill/>
        </p:spPr>
        <p:txBody>
          <a:bodyPr wrap="square" rtlCol="0">
            <a:spAutoFit/>
          </a:bodyPr>
          <a:lstStyle/>
          <a:p>
            <a:r>
              <a:rPr lang="en-US" sz="1600" dirty="0">
                <a:solidFill>
                  <a:schemeClr val="bg1"/>
                </a:solidFill>
                <a:latin typeface="Roboto Condensed Light" panose="020B0604020202020204" charset="0"/>
                <a:ea typeface="Roboto Condensed Light" panose="020B0604020202020204" charset="0"/>
              </a:rPr>
              <a:t>This  explains how users interact with a digital product of system by outlining the flow of </a:t>
            </a:r>
          </a:p>
          <a:p>
            <a:r>
              <a:rPr lang="en-US" sz="1600" dirty="0">
                <a:solidFill>
                  <a:schemeClr val="bg1"/>
                </a:solidFill>
                <a:latin typeface="Roboto Condensed Light" panose="020B0604020202020204" charset="0"/>
                <a:ea typeface="Roboto Condensed Light" panose="020B0604020202020204" charset="0"/>
              </a:rPr>
              <a:t>user inputs, establishing successful and failed paths to meeting goals thus allowing better </a:t>
            </a:r>
          </a:p>
          <a:p>
            <a:r>
              <a:rPr lang="en-US" sz="1600" dirty="0">
                <a:solidFill>
                  <a:schemeClr val="bg1"/>
                </a:solidFill>
                <a:latin typeface="Roboto Condensed Light" panose="020B0604020202020204" charset="0"/>
                <a:ea typeface="Roboto Condensed Light" panose="020B0604020202020204" charset="0"/>
              </a:rPr>
              <a:t>understanding of why errors occur</a:t>
            </a:r>
          </a:p>
        </p:txBody>
      </p:sp>
      <p:pic>
        <p:nvPicPr>
          <p:cNvPr id="13" name="Image 3">
            <a:extLst>
              <a:ext uri="{FF2B5EF4-FFF2-40B4-BE49-F238E27FC236}">
                <a16:creationId xmlns:a16="http://schemas.microsoft.com/office/drawing/2014/main" id="{A27E274F-4D96-4E3E-9944-9631D7B7A84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86156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4" name="TextBox 3">
            <a:extLst>
              <a:ext uri="{FF2B5EF4-FFF2-40B4-BE49-F238E27FC236}">
                <a16:creationId xmlns:a16="http://schemas.microsoft.com/office/drawing/2014/main" id="{906FBBE5-5652-44B9-BB8F-B3F854185C03}"/>
              </a:ext>
            </a:extLst>
          </p:cNvPr>
          <p:cNvSpPr txBox="1"/>
          <p:nvPr/>
        </p:nvSpPr>
        <p:spPr>
          <a:xfrm>
            <a:off x="5151120" y="358140"/>
            <a:ext cx="3962400" cy="1200329"/>
          </a:xfrm>
          <a:prstGeom prst="rect">
            <a:avLst/>
          </a:prstGeom>
          <a:noFill/>
        </p:spPr>
        <p:txBody>
          <a:bodyPr wrap="square" rtlCol="0">
            <a:spAutoFit/>
          </a:bodyPr>
          <a:lstStyle/>
          <a:p>
            <a:r>
              <a:rPr lang="en-US" sz="3600" dirty="0">
                <a:solidFill>
                  <a:srgbClr val="002060"/>
                </a:solidFill>
                <a:latin typeface="Squada One" panose="020B0604020202020204" charset="0"/>
              </a:rPr>
              <a:t>03.  CLASS DIAGRAM &amp; DESIGN</a:t>
            </a:r>
          </a:p>
        </p:txBody>
      </p:sp>
      <p:sp>
        <p:nvSpPr>
          <p:cNvPr id="7" name="TextBox 6">
            <a:extLst>
              <a:ext uri="{FF2B5EF4-FFF2-40B4-BE49-F238E27FC236}">
                <a16:creationId xmlns:a16="http://schemas.microsoft.com/office/drawing/2014/main" id="{9527091C-BBF0-4AE0-9A93-7552DC31339D}"/>
              </a:ext>
            </a:extLst>
          </p:cNvPr>
          <p:cNvSpPr txBox="1"/>
          <p:nvPr/>
        </p:nvSpPr>
        <p:spPr>
          <a:xfrm>
            <a:off x="5151120" y="1842493"/>
            <a:ext cx="4061460" cy="1077218"/>
          </a:xfrm>
          <a:prstGeom prst="rect">
            <a:avLst/>
          </a:prstGeom>
          <a:noFill/>
        </p:spPr>
        <p:txBody>
          <a:bodyPr wrap="square" rtlCol="0">
            <a:spAutoFit/>
          </a:bodyPr>
          <a:lstStyle/>
          <a:p>
            <a:r>
              <a:rPr lang="en-US" sz="1600" dirty="0">
                <a:solidFill>
                  <a:schemeClr val="bg1"/>
                </a:solidFill>
                <a:latin typeface="Roboto Condensed Light" panose="020B0604020202020204" charset="0"/>
                <a:ea typeface="Roboto Condensed Light" panose="020B0604020202020204" charset="0"/>
              </a:rPr>
              <a:t>Class diagrams model the objects that make up the system, displaying inter-object relationship </a:t>
            </a:r>
          </a:p>
          <a:p>
            <a:r>
              <a:rPr lang="en-US" sz="1600" dirty="0">
                <a:solidFill>
                  <a:schemeClr val="bg1"/>
                </a:solidFill>
                <a:latin typeface="Roboto Condensed Light" panose="020B0604020202020204" charset="0"/>
                <a:ea typeface="Roboto Condensed Light" panose="020B0604020202020204" charset="0"/>
              </a:rPr>
              <a:t>and what said objects do and provide as services</a:t>
            </a:r>
          </a:p>
        </p:txBody>
      </p:sp>
      <p:pic>
        <p:nvPicPr>
          <p:cNvPr id="6" name="Picture 5">
            <a:extLst>
              <a:ext uri="{FF2B5EF4-FFF2-40B4-BE49-F238E27FC236}">
                <a16:creationId xmlns:a16="http://schemas.microsoft.com/office/drawing/2014/main" id="{955C31B4-0BF4-4BB9-A032-9181E0CA3D7C}"/>
              </a:ext>
            </a:extLst>
          </p:cNvPr>
          <p:cNvPicPr>
            <a:picLocks noChangeAspect="1"/>
          </p:cNvPicPr>
          <p:nvPr/>
        </p:nvPicPr>
        <p:blipFill>
          <a:blip r:embed="rId3"/>
          <a:stretch>
            <a:fillRect/>
          </a:stretch>
        </p:blipFill>
        <p:spPr>
          <a:xfrm>
            <a:off x="0" y="0"/>
            <a:ext cx="5013960" cy="5143500"/>
          </a:xfrm>
          <a:prstGeom prst="rect">
            <a:avLst/>
          </a:prstGeom>
        </p:spPr>
      </p:pic>
    </p:spTree>
    <p:extLst>
      <p:ext uri="{BB962C8B-B14F-4D97-AF65-F5344CB8AC3E}">
        <p14:creationId xmlns:p14="http://schemas.microsoft.com/office/powerpoint/2010/main" val="562666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4" name="TextBox 3">
            <a:extLst>
              <a:ext uri="{FF2B5EF4-FFF2-40B4-BE49-F238E27FC236}">
                <a16:creationId xmlns:a16="http://schemas.microsoft.com/office/drawing/2014/main" id="{906FBBE5-5652-44B9-BB8F-B3F854185C03}"/>
              </a:ext>
            </a:extLst>
          </p:cNvPr>
          <p:cNvSpPr txBox="1"/>
          <p:nvPr/>
        </p:nvSpPr>
        <p:spPr>
          <a:xfrm>
            <a:off x="5059680" y="441960"/>
            <a:ext cx="4229100" cy="646331"/>
          </a:xfrm>
          <a:prstGeom prst="rect">
            <a:avLst/>
          </a:prstGeom>
          <a:noFill/>
        </p:spPr>
        <p:txBody>
          <a:bodyPr wrap="square" rtlCol="0">
            <a:spAutoFit/>
          </a:bodyPr>
          <a:lstStyle/>
          <a:p>
            <a:r>
              <a:rPr lang="en-US" sz="3600" dirty="0">
                <a:solidFill>
                  <a:srgbClr val="002060"/>
                </a:solidFill>
                <a:latin typeface="Squada One" panose="020B0604020202020204" charset="0"/>
              </a:rPr>
              <a:t>04.  SEQUENCE DIAGRAM</a:t>
            </a:r>
          </a:p>
        </p:txBody>
      </p:sp>
      <p:sp>
        <p:nvSpPr>
          <p:cNvPr id="7" name="TextBox 6">
            <a:extLst>
              <a:ext uri="{FF2B5EF4-FFF2-40B4-BE49-F238E27FC236}">
                <a16:creationId xmlns:a16="http://schemas.microsoft.com/office/drawing/2014/main" id="{9527091C-BBF0-4AE0-9A93-7552DC31339D}"/>
              </a:ext>
            </a:extLst>
          </p:cNvPr>
          <p:cNvSpPr txBox="1"/>
          <p:nvPr/>
        </p:nvSpPr>
        <p:spPr>
          <a:xfrm>
            <a:off x="5143500" y="1530251"/>
            <a:ext cx="4061460" cy="1323439"/>
          </a:xfrm>
          <a:prstGeom prst="rect">
            <a:avLst/>
          </a:prstGeom>
          <a:noFill/>
        </p:spPr>
        <p:txBody>
          <a:bodyPr wrap="square" rtlCol="0">
            <a:spAutoFit/>
          </a:bodyPr>
          <a:lstStyle/>
          <a:p>
            <a:r>
              <a:rPr lang="en-US" sz="1600" dirty="0">
                <a:solidFill>
                  <a:schemeClr val="bg1"/>
                </a:solidFill>
                <a:latin typeface="Roboto Condensed Light" panose="020B0604020202020204" charset="0"/>
                <a:ea typeface="Roboto Condensed Light" panose="020B0604020202020204" charset="0"/>
              </a:rPr>
              <a:t>This diagram specifies the interaction between objects as well as message flows across the life line. The sequence diagram of our target system outlines the process flow for a biometric (fingerprint) school attendance mobile app.</a:t>
            </a:r>
          </a:p>
        </p:txBody>
      </p:sp>
      <p:pic>
        <p:nvPicPr>
          <p:cNvPr id="5" name="Picture 4">
            <a:extLst>
              <a:ext uri="{FF2B5EF4-FFF2-40B4-BE49-F238E27FC236}">
                <a16:creationId xmlns:a16="http://schemas.microsoft.com/office/drawing/2014/main" id="{AA9A7909-7767-4373-913B-560F73B2DAAB}"/>
              </a:ext>
            </a:extLst>
          </p:cNvPr>
          <p:cNvPicPr>
            <a:picLocks noChangeAspect="1"/>
          </p:cNvPicPr>
          <p:nvPr/>
        </p:nvPicPr>
        <p:blipFill>
          <a:blip r:embed="rId3"/>
          <a:stretch>
            <a:fillRect/>
          </a:stretch>
        </p:blipFill>
        <p:spPr>
          <a:xfrm>
            <a:off x="22860" y="0"/>
            <a:ext cx="5049738" cy="5143500"/>
          </a:xfrm>
          <a:prstGeom prst="rect">
            <a:avLst/>
          </a:prstGeom>
        </p:spPr>
      </p:pic>
    </p:spTree>
    <p:extLst>
      <p:ext uri="{BB962C8B-B14F-4D97-AF65-F5344CB8AC3E}">
        <p14:creationId xmlns:p14="http://schemas.microsoft.com/office/powerpoint/2010/main" val="483834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4" name="TextBox 3">
            <a:extLst>
              <a:ext uri="{FF2B5EF4-FFF2-40B4-BE49-F238E27FC236}">
                <a16:creationId xmlns:a16="http://schemas.microsoft.com/office/drawing/2014/main" id="{906FBBE5-5652-44B9-BB8F-B3F854185C03}"/>
              </a:ext>
            </a:extLst>
          </p:cNvPr>
          <p:cNvSpPr txBox="1"/>
          <p:nvPr/>
        </p:nvSpPr>
        <p:spPr>
          <a:xfrm>
            <a:off x="4876800" y="548640"/>
            <a:ext cx="4267200" cy="1200329"/>
          </a:xfrm>
          <a:prstGeom prst="rect">
            <a:avLst/>
          </a:prstGeom>
          <a:noFill/>
        </p:spPr>
        <p:txBody>
          <a:bodyPr wrap="square" rtlCol="0">
            <a:spAutoFit/>
          </a:bodyPr>
          <a:lstStyle/>
          <a:p>
            <a:r>
              <a:rPr lang="en-US" sz="3600" dirty="0">
                <a:solidFill>
                  <a:srgbClr val="002060"/>
                </a:solidFill>
                <a:latin typeface="Squada One" panose="020B0604020202020204" charset="0"/>
              </a:rPr>
              <a:t>05.  CONTEXT DIAGRAM &amp; DESIGN</a:t>
            </a:r>
          </a:p>
        </p:txBody>
      </p:sp>
      <p:sp>
        <p:nvSpPr>
          <p:cNvPr id="7" name="TextBox 6">
            <a:extLst>
              <a:ext uri="{FF2B5EF4-FFF2-40B4-BE49-F238E27FC236}">
                <a16:creationId xmlns:a16="http://schemas.microsoft.com/office/drawing/2014/main" id="{9527091C-BBF0-4AE0-9A93-7552DC31339D}"/>
              </a:ext>
            </a:extLst>
          </p:cNvPr>
          <p:cNvSpPr txBox="1"/>
          <p:nvPr/>
        </p:nvSpPr>
        <p:spPr>
          <a:xfrm>
            <a:off x="4876800" y="2002513"/>
            <a:ext cx="4061460" cy="2062103"/>
          </a:xfrm>
          <a:prstGeom prst="rect">
            <a:avLst/>
          </a:prstGeom>
          <a:noFill/>
        </p:spPr>
        <p:txBody>
          <a:bodyPr wrap="square" rtlCol="0">
            <a:spAutoFit/>
          </a:bodyPr>
          <a:lstStyle/>
          <a:p>
            <a:r>
              <a:rPr lang="en-US" sz="1600" dirty="0">
                <a:solidFill>
                  <a:schemeClr val="bg1"/>
                </a:solidFill>
                <a:latin typeface="Roboto Condensed Light" panose="020B0604020202020204" charset="0"/>
                <a:ea typeface="Roboto Condensed Light" panose="020B0604020202020204" charset="0"/>
              </a:rPr>
              <a:t>A context diagram, also known as a context-level data flow diagram (DFD), is a visual representation that illustrates the interactions between a system or software application and its external entities by providing a high-level overview of the system's boundaries; showing how it interacts with external entities, processes, and data flows</a:t>
            </a:r>
          </a:p>
        </p:txBody>
      </p:sp>
      <p:pic>
        <p:nvPicPr>
          <p:cNvPr id="5" name="Picture 4">
            <a:extLst>
              <a:ext uri="{FF2B5EF4-FFF2-40B4-BE49-F238E27FC236}">
                <a16:creationId xmlns:a16="http://schemas.microsoft.com/office/drawing/2014/main" id="{D90E6E5B-4919-4FD0-804D-C87EF3775408}"/>
              </a:ext>
            </a:extLst>
          </p:cNvPr>
          <p:cNvPicPr>
            <a:picLocks noChangeAspect="1"/>
          </p:cNvPicPr>
          <p:nvPr/>
        </p:nvPicPr>
        <p:blipFill>
          <a:blip r:embed="rId3"/>
          <a:stretch>
            <a:fillRect/>
          </a:stretch>
        </p:blipFill>
        <p:spPr>
          <a:xfrm>
            <a:off x="0" y="0"/>
            <a:ext cx="4876800" cy="5143500"/>
          </a:xfrm>
          <a:prstGeom prst="rect">
            <a:avLst/>
          </a:prstGeom>
        </p:spPr>
      </p:pic>
    </p:spTree>
    <p:extLst>
      <p:ext uri="{BB962C8B-B14F-4D97-AF65-F5344CB8AC3E}">
        <p14:creationId xmlns:p14="http://schemas.microsoft.com/office/powerpoint/2010/main" val="242699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4" name="TextBox 3">
            <a:extLst>
              <a:ext uri="{FF2B5EF4-FFF2-40B4-BE49-F238E27FC236}">
                <a16:creationId xmlns:a16="http://schemas.microsoft.com/office/drawing/2014/main" id="{906FBBE5-5652-44B9-BB8F-B3F854185C03}"/>
              </a:ext>
            </a:extLst>
          </p:cNvPr>
          <p:cNvSpPr txBox="1"/>
          <p:nvPr/>
        </p:nvSpPr>
        <p:spPr>
          <a:xfrm>
            <a:off x="4861560" y="443002"/>
            <a:ext cx="4396740" cy="1200329"/>
          </a:xfrm>
          <a:prstGeom prst="rect">
            <a:avLst/>
          </a:prstGeom>
          <a:noFill/>
        </p:spPr>
        <p:txBody>
          <a:bodyPr wrap="square" rtlCol="0">
            <a:spAutoFit/>
          </a:bodyPr>
          <a:lstStyle/>
          <a:p>
            <a:r>
              <a:rPr lang="en-US" sz="3600" dirty="0">
                <a:solidFill>
                  <a:srgbClr val="002060"/>
                </a:solidFill>
                <a:latin typeface="Squada One" panose="020B0604020202020204" charset="0"/>
              </a:rPr>
              <a:t>06.  DEPLOYMENT DIAGRAM &amp; DESIGN</a:t>
            </a:r>
          </a:p>
        </p:txBody>
      </p:sp>
      <p:sp>
        <p:nvSpPr>
          <p:cNvPr id="7" name="TextBox 6">
            <a:extLst>
              <a:ext uri="{FF2B5EF4-FFF2-40B4-BE49-F238E27FC236}">
                <a16:creationId xmlns:a16="http://schemas.microsoft.com/office/drawing/2014/main" id="{9527091C-BBF0-4AE0-9A93-7552DC31339D}"/>
              </a:ext>
            </a:extLst>
          </p:cNvPr>
          <p:cNvSpPr txBox="1"/>
          <p:nvPr/>
        </p:nvSpPr>
        <p:spPr>
          <a:xfrm>
            <a:off x="4861560" y="2033141"/>
            <a:ext cx="4061460" cy="1077218"/>
          </a:xfrm>
          <a:prstGeom prst="rect">
            <a:avLst/>
          </a:prstGeom>
          <a:noFill/>
        </p:spPr>
        <p:txBody>
          <a:bodyPr wrap="square" rtlCol="0">
            <a:spAutoFit/>
          </a:bodyPr>
          <a:lstStyle/>
          <a:p>
            <a:r>
              <a:rPr lang="en-US" sz="1600" dirty="0">
                <a:solidFill>
                  <a:schemeClr val="bg1"/>
                </a:solidFill>
                <a:latin typeface="Roboto Condensed Light" panose="020B0604020202020204" charset="0"/>
                <a:ea typeface="Roboto Condensed Light" panose="020B0604020202020204" charset="0"/>
              </a:rPr>
              <a:t>The deployment diagram is used to visualize the topology of the physical components of the system where the software components are deployed</a:t>
            </a:r>
          </a:p>
        </p:txBody>
      </p:sp>
      <p:pic>
        <p:nvPicPr>
          <p:cNvPr id="5" name="Picture 4">
            <a:extLst>
              <a:ext uri="{FF2B5EF4-FFF2-40B4-BE49-F238E27FC236}">
                <a16:creationId xmlns:a16="http://schemas.microsoft.com/office/drawing/2014/main" id="{C0F7BBF5-528F-492A-B71F-56FABA09ECDD}"/>
              </a:ext>
            </a:extLst>
          </p:cNvPr>
          <p:cNvPicPr>
            <a:picLocks noChangeAspect="1"/>
          </p:cNvPicPr>
          <p:nvPr/>
        </p:nvPicPr>
        <p:blipFill>
          <a:blip r:embed="rId3"/>
          <a:stretch>
            <a:fillRect/>
          </a:stretch>
        </p:blipFill>
        <p:spPr>
          <a:xfrm>
            <a:off x="0" y="0"/>
            <a:ext cx="4861561" cy="5143500"/>
          </a:xfrm>
          <a:prstGeom prst="rect">
            <a:avLst/>
          </a:prstGeom>
        </p:spPr>
      </p:pic>
    </p:spTree>
    <p:extLst>
      <p:ext uri="{BB962C8B-B14F-4D97-AF65-F5344CB8AC3E}">
        <p14:creationId xmlns:p14="http://schemas.microsoft.com/office/powerpoint/2010/main" val="859903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104"/>
          <p:cNvSpPr txBox="1">
            <a:spLocks noGrp="1"/>
          </p:cNvSpPr>
          <p:nvPr>
            <p:ph type="ctrTitle"/>
          </p:nvPr>
        </p:nvSpPr>
        <p:spPr>
          <a:xfrm flipH="1">
            <a:off x="355600" y="2236500"/>
            <a:ext cx="3956100" cy="670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chemeClr val="dk1"/>
              </a:buClr>
              <a:buSzPts val="1100"/>
              <a:buFont typeface="Arial"/>
              <a:buNone/>
            </a:pPr>
            <a:r>
              <a:rPr lang="en" dirty="0"/>
              <a:t>CONCLUSION</a:t>
            </a:r>
            <a:endParaRPr dirty="0"/>
          </a:p>
        </p:txBody>
      </p:sp>
      <p:sp>
        <p:nvSpPr>
          <p:cNvPr id="852" name="Google Shape;852;p104"/>
          <p:cNvSpPr txBox="1">
            <a:spLocks noGrp="1"/>
          </p:cNvSpPr>
          <p:nvPr>
            <p:ph type="subTitle" idx="1"/>
          </p:nvPr>
        </p:nvSpPr>
        <p:spPr>
          <a:xfrm>
            <a:off x="4825200" y="1524000"/>
            <a:ext cx="4227360" cy="2339340"/>
          </a:xfrm>
          <a:prstGeom prst="rect">
            <a:avLst/>
          </a:prstGeom>
        </p:spPr>
        <p:txBody>
          <a:bodyPr spcFirstLastPara="1" wrap="square" lIns="91425" tIns="91425" rIns="91425" bIns="91425" anchor="ctr" anchorCtr="0">
            <a:noAutofit/>
          </a:bodyPr>
          <a:lstStyle/>
          <a:p>
            <a:pPr marL="0" indent="0">
              <a:buClr>
                <a:schemeClr val="dk1"/>
              </a:buClr>
              <a:buSzPts val="1100"/>
            </a:pPr>
            <a:r>
              <a:rPr lang="en-US" b="1" dirty="0"/>
              <a:t>T</a:t>
            </a:r>
            <a:r>
              <a:rPr lang="en-US" dirty="0"/>
              <a:t>o conclude this, we observe that correct and detailed modelling of the system greatly improves development as the main picture becomes clearer. Modularity is also an advantage of system modelling and design due to splitting of the system to understandable subs and hence, exploiting the functional, non-functional and technical requirements observed in the requirement gathering and analysis phases.</a:t>
            </a:r>
          </a:p>
          <a:p>
            <a:pPr marL="0" lvl="0" indent="0" algn="l" rtl="0">
              <a:spcBef>
                <a:spcPts val="0"/>
              </a:spcBef>
              <a:spcAft>
                <a:spcPts val="0"/>
              </a:spcAft>
              <a:buClr>
                <a:schemeClr val="dk1"/>
              </a:buClr>
              <a:buSzPts val="1100"/>
              <a:buFont typeface="Arial"/>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51"/>
                                        </p:tgtEl>
                                        <p:attrNameLst>
                                          <p:attrName>style.visibility</p:attrName>
                                        </p:attrNameLst>
                                      </p:cBhvr>
                                      <p:to>
                                        <p:strVal val="visible"/>
                                      </p:to>
                                    </p:set>
                                    <p:animEffect transition="in" filter="fade">
                                      <p:cBhvr>
                                        <p:cTn id="7" dur="1000"/>
                                        <p:tgtEl>
                                          <p:spTgt spid="851"/>
                                        </p:tgtEl>
                                      </p:cBhvr>
                                    </p:animEffect>
                                    <p:anim calcmode="lin" valueType="num">
                                      <p:cBhvr>
                                        <p:cTn id="8" dur="1000" fill="hold"/>
                                        <p:tgtEl>
                                          <p:spTgt spid="851"/>
                                        </p:tgtEl>
                                        <p:attrNameLst>
                                          <p:attrName>ppt_x</p:attrName>
                                        </p:attrNameLst>
                                      </p:cBhvr>
                                      <p:tavLst>
                                        <p:tav tm="0">
                                          <p:val>
                                            <p:strVal val="#ppt_x"/>
                                          </p:val>
                                        </p:tav>
                                        <p:tav tm="100000">
                                          <p:val>
                                            <p:strVal val="#ppt_x"/>
                                          </p:val>
                                        </p:tav>
                                      </p:tavLst>
                                    </p:anim>
                                    <p:anim calcmode="lin" valueType="num">
                                      <p:cBhvr>
                                        <p:cTn id="9" dur="1000" fill="hold"/>
                                        <p:tgtEl>
                                          <p:spTgt spid="85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852">
                                            <p:txEl>
                                              <p:pRg st="0" end="0"/>
                                            </p:txEl>
                                          </p:spTgt>
                                        </p:tgtEl>
                                        <p:attrNameLst>
                                          <p:attrName>style.visibility</p:attrName>
                                        </p:attrNameLst>
                                      </p:cBhvr>
                                      <p:to>
                                        <p:strVal val="visible"/>
                                      </p:to>
                                    </p:set>
                                    <p:animEffect transition="in" filter="wipe(down)">
                                      <p:cBhvr>
                                        <p:cTn id="14" dur="580">
                                          <p:stCondLst>
                                            <p:cond delay="0"/>
                                          </p:stCondLst>
                                        </p:cTn>
                                        <p:tgtEl>
                                          <p:spTgt spid="852">
                                            <p:txEl>
                                              <p:pRg st="0" end="0"/>
                                            </p:txEl>
                                          </p:spTgt>
                                        </p:tgtEl>
                                      </p:cBhvr>
                                    </p:animEffect>
                                    <p:anim calcmode="lin" valueType="num">
                                      <p:cBhvr>
                                        <p:cTn id="15" dur="1822" tmFilter="0,0; 0.14,0.36; 0.43,0.73; 0.71,0.91; 1.0,1.0">
                                          <p:stCondLst>
                                            <p:cond delay="0"/>
                                          </p:stCondLst>
                                        </p:cTn>
                                        <p:tgtEl>
                                          <p:spTgt spid="852">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852">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852">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852">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852">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852">
                                            <p:txEl>
                                              <p:pRg st="0" end="0"/>
                                            </p:txEl>
                                          </p:spTgt>
                                        </p:tgtEl>
                                      </p:cBhvr>
                                      <p:to x="100000" y="60000"/>
                                    </p:animScale>
                                    <p:animScale>
                                      <p:cBhvr>
                                        <p:cTn id="21" dur="166" decel="50000">
                                          <p:stCondLst>
                                            <p:cond delay="676"/>
                                          </p:stCondLst>
                                        </p:cTn>
                                        <p:tgtEl>
                                          <p:spTgt spid="852">
                                            <p:txEl>
                                              <p:pRg st="0" end="0"/>
                                            </p:txEl>
                                          </p:spTgt>
                                        </p:tgtEl>
                                      </p:cBhvr>
                                      <p:to x="100000" y="100000"/>
                                    </p:animScale>
                                    <p:animScale>
                                      <p:cBhvr>
                                        <p:cTn id="22" dur="26">
                                          <p:stCondLst>
                                            <p:cond delay="1312"/>
                                          </p:stCondLst>
                                        </p:cTn>
                                        <p:tgtEl>
                                          <p:spTgt spid="852">
                                            <p:txEl>
                                              <p:pRg st="0" end="0"/>
                                            </p:txEl>
                                          </p:spTgt>
                                        </p:tgtEl>
                                      </p:cBhvr>
                                      <p:to x="100000" y="80000"/>
                                    </p:animScale>
                                    <p:animScale>
                                      <p:cBhvr>
                                        <p:cTn id="23" dur="166" decel="50000">
                                          <p:stCondLst>
                                            <p:cond delay="1338"/>
                                          </p:stCondLst>
                                        </p:cTn>
                                        <p:tgtEl>
                                          <p:spTgt spid="852">
                                            <p:txEl>
                                              <p:pRg st="0" end="0"/>
                                            </p:txEl>
                                          </p:spTgt>
                                        </p:tgtEl>
                                      </p:cBhvr>
                                      <p:to x="100000" y="100000"/>
                                    </p:animScale>
                                    <p:animScale>
                                      <p:cBhvr>
                                        <p:cTn id="24" dur="26">
                                          <p:stCondLst>
                                            <p:cond delay="1642"/>
                                          </p:stCondLst>
                                        </p:cTn>
                                        <p:tgtEl>
                                          <p:spTgt spid="852">
                                            <p:txEl>
                                              <p:pRg st="0" end="0"/>
                                            </p:txEl>
                                          </p:spTgt>
                                        </p:tgtEl>
                                      </p:cBhvr>
                                      <p:to x="100000" y="90000"/>
                                    </p:animScale>
                                    <p:animScale>
                                      <p:cBhvr>
                                        <p:cTn id="25" dur="166" decel="50000">
                                          <p:stCondLst>
                                            <p:cond delay="1668"/>
                                          </p:stCondLst>
                                        </p:cTn>
                                        <p:tgtEl>
                                          <p:spTgt spid="852">
                                            <p:txEl>
                                              <p:pRg st="0" end="0"/>
                                            </p:txEl>
                                          </p:spTgt>
                                        </p:tgtEl>
                                      </p:cBhvr>
                                      <p:to x="100000" y="100000"/>
                                    </p:animScale>
                                    <p:animScale>
                                      <p:cBhvr>
                                        <p:cTn id="26" dur="26">
                                          <p:stCondLst>
                                            <p:cond delay="1808"/>
                                          </p:stCondLst>
                                        </p:cTn>
                                        <p:tgtEl>
                                          <p:spTgt spid="852">
                                            <p:txEl>
                                              <p:pRg st="0" end="0"/>
                                            </p:txEl>
                                          </p:spTgt>
                                        </p:tgtEl>
                                      </p:cBhvr>
                                      <p:to x="100000" y="95000"/>
                                    </p:animScale>
                                    <p:animScale>
                                      <p:cBhvr>
                                        <p:cTn id="27" dur="166" decel="50000">
                                          <p:stCondLst>
                                            <p:cond delay="1834"/>
                                          </p:stCondLst>
                                        </p:cTn>
                                        <p:tgtEl>
                                          <p:spTgt spid="852">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105"/>
          <p:cNvSpPr txBox="1">
            <a:spLocks noGrp="1"/>
          </p:cNvSpPr>
          <p:nvPr>
            <p:ph type="ctrTitle"/>
          </p:nvPr>
        </p:nvSpPr>
        <p:spPr>
          <a:xfrm flipH="1">
            <a:off x="2359650" y="1415890"/>
            <a:ext cx="4424700" cy="93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t>THANKS FOR YOUR KEEN ATTENTION</a:t>
            </a:r>
            <a:endParaRPr dirty="0"/>
          </a:p>
        </p:txBody>
      </p:sp>
      <p:cxnSp>
        <p:nvCxnSpPr>
          <p:cNvPr id="859" name="Google Shape;859;p105"/>
          <p:cNvCxnSpPr/>
          <p:nvPr/>
        </p:nvCxnSpPr>
        <p:spPr>
          <a:xfrm rot="10800000">
            <a:off x="2493000" y="2585885"/>
            <a:ext cx="4158000" cy="0"/>
          </a:xfrm>
          <a:prstGeom prst="straightConnector1">
            <a:avLst/>
          </a:prstGeom>
          <a:noFill/>
          <a:ln w="28575" cap="flat" cmpd="sng">
            <a:solidFill>
              <a:schemeClr val="lt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857"/>
                                        </p:tgtEl>
                                      </p:cBhvr>
                                    </p:animEffect>
                                    <p:anim calcmode="lin" valueType="num">
                                      <p:cBhvr>
                                        <p:cTn id="7" dur="1000"/>
                                        <p:tgtEl>
                                          <p:spTgt spid="857"/>
                                        </p:tgtEl>
                                        <p:attrNameLst>
                                          <p:attrName>ppt_x</p:attrName>
                                        </p:attrNameLst>
                                      </p:cBhvr>
                                      <p:tavLst>
                                        <p:tav tm="0">
                                          <p:val>
                                            <p:strVal val="ppt_x"/>
                                          </p:val>
                                        </p:tav>
                                        <p:tav tm="100000">
                                          <p:val>
                                            <p:strVal val="ppt_x"/>
                                          </p:val>
                                        </p:tav>
                                      </p:tavLst>
                                    </p:anim>
                                    <p:anim calcmode="lin" valueType="num">
                                      <p:cBhvr>
                                        <p:cTn id="8" dur="1000"/>
                                        <p:tgtEl>
                                          <p:spTgt spid="857"/>
                                        </p:tgtEl>
                                        <p:attrNameLst>
                                          <p:attrName>ppt_y</p:attrName>
                                        </p:attrNameLst>
                                      </p:cBhvr>
                                      <p:tavLst>
                                        <p:tav tm="0">
                                          <p:val>
                                            <p:strVal val="ppt_y"/>
                                          </p:val>
                                        </p:tav>
                                        <p:tav tm="100000">
                                          <p:val>
                                            <p:strVal val="ppt_y+.1"/>
                                          </p:val>
                                        </p:tav>
                                      </p:tavLst>
                                    </p:anim>
                                    <p:set>
                                      <p:cBhvr>
                                        <p:cTn id="9" dur="1" fill="hold">
                                          <p:stCondLst>
                                            <p:cond delay="999"/>
                                          </p:stCondLst>
                                        </p:cTn>
                                        <p:tgtEl>
                                          <p:spTgt spid="8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7" grpId="0"/>
    </p:bldLst>
  </p:timing>
</p:sld>
</file>

<file path=ppt/theme/theme1.xml><?xml version="1.0" encoding="utf-8"?>
<a:theme xmlns:a="http://schemas.openxmlformats.org/drawingml/2006/main" name="Tech Startup XL by Slidesgo">
  <a:themeElements>
    <a:clrScheme name="Simple Light">
      <a:dk1>
        <a:srgbClr val="000000"/>
      </a:dk1>
      <a:lt1>
        <a:srgbClr val="FFFFFF"/>
      </a:lt1>
      <a:dk2>
        <a:srgbClr val="595959"/>
      </a:dk2>
      <a:lt2>
        <a:srgbClr val="EEEEEE"/>
      </a:lt2>
      <a:accent1>
        <a:srgbClr val="88D3CE"/>
      </a:accent1>
      <a:accent2>
        <a:srgbClr val="423864"/>
      </a:accent2>
      <a:accent3>
        <a:srgbClr val="78909C"/>
      </a:accent3>
      <a:accent4>
        <a:srgbClr val="88D3CE"/>
      </a:accent4>
      <a:accent5>
        <a:srgbClr val="0097A7"/>
      </a:accent5>
      <a:accent6>
        <a:srgbClr val="423864"/>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1284</TotalTime>
  <Words>467</Words>
  <Application>Microsoft Office PowerPoint</Application>
  <PresentationFormat>On-screen Show (16:9)</PresentationFormat>
  <Paragraphs>51</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 Condensed Light</vt:lpstr>
      <vt:lpstr>Fira Sans Extra Condensed Medium</vt:lpstr>
      <vt:lpstr>Arial</vt:lpstr>
      <vt:lpstr>Squada One</vt:lpstr>
      <vt:lpstr>Montserrat ExtraBold</vt:lpstr>
      <vt:lpstr>Tech Startup XL by Slidesgo</vt:lpstr>
      <vt:lpstr>CEF 44O: INTERNET PROGRAMMING (J2EE) AND MOBILE PROGRAMMING </vt:lpstr>
      <vt:lpstr>TABLE OF CONTENTS</vt:lpstr>
      <vt:lpstr>01. INTRODUCTION</vt:lpstr>
      <vt:lpstr>PowerPoint Presentation</vt:lpstr>
      <vt:lpstr>PowerPoint Presentation</vt:lpstr>
      <vt:lpstr>PowerPoint Presentation</vt:lpstr>
      <vt:lpstr>PowerPoint Presentation</vt:lpstr>
      <vt:lpstr>PowerPoint Presentation</vt:lpstr>
      <vt:lpstr>PowerPoint Presentation</vt:lpstr>
      <vt:lpstr>CONCLUSION</vt:lpstr>
      <vt:lpstr>THANKS FOR YOUR KEEN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STARTUP</dc:title>
  <dc:creator>BORIS DIAZ</dc:creator>
  <cp:lastModifiedBy>BORIS DIAZ</cp:lastModifiedBy>
  <cp:revision>17</cp:revision>
  <dcterms:modified xsi:type="dcterms:W3CDTF">2024-05-27T18:41:36Z</dcterms:modified>
</cp:coreProperties>
</file>